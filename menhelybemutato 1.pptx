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 rtl="0">
      <a:defRPr lang="hu-H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4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5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>
            <a:extLst>
              <a:ext uri="{FF2B5EF4-FFF2-40B4-BE49-F238E27FC236}">
                <a16:creationId xmlns:a16="http://schemas.microsoft.com/office/drawing/2014/main" id="{7301DDF0-2436-4D66-B466-847D895536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DF30459-4C96-4216-90A2-A92DE35F313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91C5D-073C-45DE-BBCC-7378CE435FA1}" type="datetime1">
              <a:rPr lang="hu-HU" smtClean="0"/>
              <a:t>2025. 12. 02.</a:t>
            </a:fld>
            <a:endParaRPr lang="hu-HU" dirty="0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4B2D639E-A39D-4D01-8685-D54D1767006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8C18044-81C5-401C-BF58-7F140D6B7D0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7B480B-A1AC-4B1D-93CD-96128648077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642654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 noProof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FF75A-AEE5-48D5-8CB6-4873AEBB3F4C}" type="datetime1">
              <a:rPr lang="hu-HU" smtClean="0"/>
              <a:pPr/>
              <a:t>2025. 12. 02.</a:t>
            </a:fld>
            <a:endParaRPr lang="hu-HU" dirty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 noProof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noProof="0"/>
              <a:t>Mintaszöveg szerkesztése</a:t>
            </a:r>
          </a:p>
          <a:p>
            <a:pPr lvl="1"/>
            <a:r>
              <a:rPr lang="hu-HU" noProof="0"/>
              <a:t>Második szint</a:t>
            </a:r>
          </a:p>
          <a:p>
            <a:pPr lvl="2"/>
            <a:r>
              <a:rPr lang="hu-HU" noProof="0"/>
              <a:t>Harmadik szint</a:t>
            </a:r>
          </a:p>
          <a:p>
            <a:pPr lvl="3"/>
            <a:r>
              <a:rPr lang="hu-HU" noProof="0"/>
              <a:t>Negyedik szint</a:t>
            </a:r>
          </a:p>
          <a:p>
            <a:pPr lvl="4"/>
            <a:r>
              <a:rPr lang="hu-HU" noProof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8A364-3D9A-4EC8-959B-291924AF7E56}" type="slidenum">
              <a:rPr lang="hu-HU" noProof="0" smtClean="0"/>
              <a:t>‹#›</a:t>
            </a:fld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946298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8A364-3D9A-4EC8-959B-291924AF7E56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13483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rtlCol="0" anchor="b">
            <a:normAutofit/>
          </a:bodyPr>
          <a:lstStyle>
            <a:lvl1pPr algn="l">
              <a:defRPr sz="6600"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 hasCustomPrompt="1"/>
          </p:nvPr>
        </p:nvSpPr>
        <p:spPr>
          <a:xfrm>
            <a:off x="2417780" y="3531204"/>
            <a:ext cx="8637072" cy="977621"/>
          </a:xfrm>
        </p:spPr>
        <p:txBody>
          <a:bodyPr tIns="91440" bIns="91440" rtlCol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-HU" noProof="0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57C712-04B1-43F6-A268-30DD1DB5F6B9}" type="datetime1">
              <a:rPr lang="hu-HU" noProof="0" smtClean="0"/>
              <a:t>2025. 12. 02.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15" name="Egyenes összekötő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 anchor="t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3C02BF-1388-4F21-B877-03B08F3169CC}" type="datetime1">
              <a:rPr lang="hu-HU" noProof="0" smtClean="0"/>
              <a:t>2025. 12. 02.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33" name="Egyenes összekötő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 rtlCol="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ED032A-13F3-4ED4-BC67-027BABAB85B7}" type="datetime1">
              <a:rPr lang="hu-HU" noProof="0" smtClean="0"/>
              <a:t>2025. 12. 02.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15" name="Egyenes összekötő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B63A5F8-6802-46B0-8655-054EB3F33294}" type="datetime1">
              <a:rPr lang="hu-HU" noProof="0" smtClean="0"/>
              <a:t>2025. 12. 02.</a:t>
            </a:fld>
            <a:endParaRPr lang="hu-HU" noProof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35" name="Egyenes összekötő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D259E6-F7D8-40B4-9CB6-4D3A05A7DB1B}" type="datetime1">
              <a:rPr lang="hu-HU" noProof="0" smtClean="0"/>
              <a:t>2025. 12. 02.</a:t>
            </a:fld>
            <a:endParaRPr lang="hu-HU" noProof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29" name="Egyenes összekötő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B5B7E0-EB02-4D60-87FB-F8D56D6AF0A1}" type="datetime1">
              <a:rPr lang="hu-HU" noProof="0" smtClean="0"/>
              <a:t>2025. 12. 02.</a:t>
            </a:fld>
            <a:endParaRPr lang="hu-HU" noProof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25" name="Egyenes összekötő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A187BE-59B2-40D1-AFF9-4EF9E6191442}" type="datetime1">
              <a:rPr lang="hu-HU" noProof="0" smtClean="0"/>
              <a:t>2025. 12. 02.</a:t>
            </a:fld>
            <a:endParaRPr lang="hu-HU" noProof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rtlCol="0" anchor="b">
            <a:normAutofit/>
          </a:bodyPr>
          <a:lstStyle>
            <a:lvl1pPr algn="l">
              <a:defRPr sz="2400"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rtlCol="0" anchor="ctr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 rtlCol="0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5A636F-6057-47D2-9DFE-4EF30B79ACEE}" type="datetime1">
              <a:rPr lang="hu-HU" noProof="0" smtClean="0"/>
              <a:t>2025. 12. 02.</a:t>
            </a:fld>
            <a:endParaRPr lang="hu-HU" noProof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17" name="Egyenes összekötő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Csoport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Téglalap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Téglalap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Kép helyőrzőj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rtlCol="0"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hu-HU" noProof="0"/>
              <a:t>Kép hozzáadásához kattintson az ikonra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 rtlCol="0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C8C4B5B9-172A-4BBF-8B01-E9076FCA0CEB}" type="datetime1">
              <a:rPr lang="hu-HU" noProof="0" smtClean="0"/>
              <a:t>2025. 12. 02.</a:t>
            </a:fld>
            <a:endParaRPr lang="hu-HU" noProof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31" name="Egyenes összekötő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F7EF17-0CEC-4E1D-AEE0-AF901F2B6DF3}" type="datetime1">
              <a:rPr lang="hu-HU" noProof="0" smtClean="0"/>
              <a:t>2025. 12. 02.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26" name="Egyenes összekötő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 rtlCol="0"/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490ACC-DB94-4540-9689-013867EC8522}" type="datetime1">
              <a:rPr lang="hu-HU" noProof="0" smtClean="0"/>
              <a:t>2025. 12. 02.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/>
          </a:p>
        </p:txBody>
      </p:sp>
      <p:cxnSp>
        <p:nvCxnSpPr>
          <p:cNvPr id="15" name="Egyenes összekötő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Kép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hu-HU" noProof="0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hu-HU" noProof="0"/>
              <a:t>Mintaszöveg szerkesztése</a:t>
            </a:r>
          </a:p>
          <a:p>
            <a:pPr lvl="1" rtl="0"/>
            <a:r>
              <a:rPr lang="hu-HU" noProof="0"/>
              <a:t>Második szint</a:t>
            </a:r>
          </a:p>
          <a:p>
            <a:pPr lvl="2" rtl="0"/>
            <a:r>
              <a:rPr lang="hu-HU" noProof="0"/>
              <a:t>Harmadik szint</a:t>
            </a:r>
          </a:p>
          <a:p>
            <a:pPr lvl="3" rtl="0"/>
            <a:r>
              <a:rPr lang="hu-HU" noProof="0"/>
              <a:t>Negyedik szint</a:t>
            </a:r>
          </a:p>
          <a:p>
            <a:pPr lvl="4" rtl="0"/>
            <a:r>
              <a:rPr lang="hu-HU" noProof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4064E28-58B8-4DA9-B1C8-AF15F279E04B}" type="datetime1">
              <a:rPr lang="hu-HU" noProof="0" smtClean="0"/>
              <a:t>2025. 12. 02.</a:t>
            </a:fld>
            <a:endParaRPr lang="hu-HU" noProof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hu-HU" noProof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 rtl="0"/>
            <a:fld id="{6D22F896-40B5-4ADD-8801-0D06FADFA095}" type="slidenum">
              <a:rPr lang="hu-HU" noProof="0" smtClean="0"/>
              <a:pPr/>
              <a:t>‹#›</a:t>
            </a:fld>
            <a:endParaRPr lang="hu-HU" noProof="0"/>
          </a:p>
        </p:txBody>
      </p:sp>
      <p:cxnSp>
        <p:nvCxnSpPr>
          <p:cNvPr id="10" name="Egyenes összekötő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739450" y="445412"/>
            <a:ext cx="8637073" cy="2541431"/>
          </a:xfrm>
        </p:spPr>
        <p:txBody>
          <a:bodyPr rtlCol="0">
            <a:normAutofit/>
          </a:bodyPr>
          <a:lstStyle/>
          <a:p>
            <a:r>
              <a:rPr lang="hu-HU" dirty="0" err="1"/>
              <a:t>Dog</a:t>
            </a:r>
            <a:r>
              <a:rPr lang="hu-HU" dirty="0"/>
              <a:t> </a:t>
            </a:r>
            <a:r>
              <a:rPr lang="hu-HU" dirty="0" err="1"/>
              <a:t>shelter</a:t>
            </a:r>
            <a:r>
              <a:rPr lang="hu-HU" dirty="0"/>
              <a:t> </a:t>
            </a:r>
            <a:r>
              <a:rPr lang="hu-HU" dirty="0" err="1"/>
              <a:t>presentation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 vert="horz" lIns="91440" tIns="91440" rIns="91440" bIns="91440" rtlCol="0" anchor="t">
            <a:normAutofit/>
          </a:bodyPr>
          <a:lstStyle/>
          <a:p>
            <a:r>
              <a:rPr lang="hu-HU" dirty="0" err="1"/>
              <a:t>Made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:  Tóth </a:t>
            </a:r>
            <a:r>
              <a:rPr lang="hu-HU" dirty="0" err="1"/>
              <a:t>róbert</a:t>
            </a:r>
            <a:r>
              <a:rPr lang="hu-HU" dirty="0"/>
              <a:t>, ács </a:t>
            </a:r>
            <a:r>
              <a:rPr lang="hu-HU" dirty="0" err="1"/>
              <a:t>norbert</a:t>
            </a:r>
            <a:r>
              <a:rPr lang="hu-HU" dirty="0"/>
              <a:t>, szentpáli </a:t>
            </a:r>
            <a:r>
              <a:rPr lang="hu-HU" dirty="0" err="1"/>
              <a:t>richárd</a:t>
            </a:r>
            <a:endParaRPr lang="hu-HU" dirty="0"/>
          </a:p>
          <a:p>
            <a:r>
              <a:rPr lang="hu-HU" dirty="0"/>
              <a:t> </a:t>
            </a:r>
          </a:p>
        </p:txBody>
      </p:sp>
    </p:spTree>
    <p:extLst>
      <p:ext uri="{BB962C8B-B14F-4D97-AF65-F5344CB8AC3E}">
        <p14:creationId xmlns:p14="http://schemas.microsoft.com/office/powerpoint/2010/main" val="128632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641C46-8749-FD67-6342-A9049A401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this site about...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E74F1E-E51B-33C4-2222-D4DD647D1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At our shelter, many dogs wait for a new home.</a:t>
            </a:r>
            <a:r>
              <a:rPr lang="en-US" dirty="0"/>
              <a:t> You can find puppies from 8–10 weeks old and dogs up to </a:t>
            </a:r>
            <a:r>
              <a:rPr lang="hu-HU" dirty="0"/>
              <a:t>10</a:t>
            </a:r>
            <a:r>
              <a:rPr lang="en-US" dirty="0"/>
              <a:t> years. </a:t>
            </a:r>
            <a:r>
              <a:rPr lang="hu-HU" dirty="0"/>
              <a:t> </a:t>
            </a:r>
            <a:r>
              <a:rPr lang="en-US" dirty="0"/>
              <a:t>At our shelter, you can not only adopt dogs, but also upload dogs who need a new home.</a:t>
            </a:r>
          </a:p>
          <a:p>
            <a:r>
              <a:rPr lang="en-US" b="1" dirty="0"/>
              <a:t>Adoption is easy:</a:t>
            </a:r>
            <a:endParaRPr lang="en-US" dirty="0"/>
          </a:p>
          <a:p>
            <a:r>
              <a:rPr lang="en-US" dirty="0"/>
              <a:t>Choose your dog online with a few clicks</a:t>
            </a:r>
          </a:p>
          <a:p>
            <a:r>
              <a:rPr lang="en-US" dirty="0"/>
              <a:t>Call us to agree on the details</a:t>
            </a:r>
          </a:p>
          <a:p>
            <a:r>
              <a:rPr lang="en-US" dirty="0"/>
              <a:t>You can come the next day and take your dog home</a:t>
            </a:r>
          </a:p>
          <a:p>
            <a:r>
              <a:rPr lang="en-US" dirty="0"/>
              <a:t>Give a dog the loving home it dreams of!</a:t>
            </a:r>
          </a:p>
        </p:txBody>
      </p:sp>
    </p:spTree>
    <p:extLst>
      <p:ext uri="{BB962C8B-B14F-4D97-AF65-F5344CB8AC3E}">
        <p14:creationId xmlns:p14="http://schemas.microsoft.com/office/powerpoint/2010/main" val="200640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13F44D-7D58-399B-B876-11A9303A2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Feedback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CC5C77A-7A3E-9129-1ADE-959AC9C16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Feedback and questions:</a:t>
            </a:r>
            <a:r>
              <a:rPr lang="en-US" dirty="0"/>
              <a:t> You can send feedback or a question on our website. When we answer, you will get an email message.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1333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B773C4-2BAD-3015-DABF-35E9F9392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create a new account. </a:t>
            </a:r>
            <a:endParaRPr lang="hu-HU" dirty="0"/>
          </a:p>
          <a:p>
            <a:r>
              <a:rPr lang="en-US" dirty="0"/>
              <a:t>If you have an account, you can log in. </a:t>
            </a:r>
            <a:endParaRPr lang="hu-HU" dirty="0"/>
          </a:p>
          <a:p>
            <a:r>
              <a:rPr lang="en-US" dirty="0"/>
              <a:t>With your account, you can see your dogs, your feedback, and your adoption requests.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FD777B95-0ACA-4C38-AC95-F80C8B927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hu-HU" dirty="0"/>
              <a:t>Login and </a:t>
            </a:r>
            <a:r>
              <a:rPr lang="hu-HU" dirty="0" err="1"/>
              <a:t>Registration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44963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A9BD9B-777F-65E0-F5CA-592AD2FE4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809" y="1235839"/>
            <a:ext cx="10694414" cy="2508025"/>
          </a:xfrm>
        </p:spPr>
        <p:txBody>
          <a:bodyPr>
            <a:normAutofit/>
          </a:bodyPr>
          <a:lstStyle/>
          <a:p>
            <a:r>
              <a:rPr lang="hu-HU" sz="4400" dirty="0"/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3924192126"/>
      </p:ext>
    </p:extLst>
  </p:cSld>
  <p:clrMapOvr>
    <a:masterClrMapping/>
  </p:clrMapOvr>
</p:sld>
</file>

<file path=ppt/theme/theme1.xml><?xml version="1.0" encoding="utf-8"?>
<a:theme xmlns:a="http://schemas.openxmlformats.org/drawingml/2006/main" name="Galéri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TF10001119</Template>
  <TotalTime>36</TotalTime>
  <Words>180</Words>
  <Application>Microsoft Office PowerPoint</Application>
  <PresentationFormat>Szélesvásznú</PresentationFormat>
  <Paragraphs>18</Paragraphs>
  <Slides>5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Arial</vt:lpstr>
      <vt:lpstr>Calibri</vt:lpstr>
      <vt:lpstr>Gill Sans MT</vt:lpstr>
      <vt:lpstr>Galéria</vt:lpstr>
      <vt:lpstr>Dog shelter presentation</vt:lpstr>
      <vt:lpstr>What is this site about...</vt:lpstr>
      <vt:lpstr>Feedback</vt:lpstr>
      <vt:lpstr>Login and Registration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Wordpress menhely bemutatása</dc:title>
  <dc:creator>Szentpáli Richárd</dc:creator>
  <cp:lastModifiedBy>Tóth Róbert 846</cp:lastModifiedBy>
  <cp:revision>105</cp:revision>
  <dcterms:created xsi:type="dcterms:W3CDTF">2024-11-05T17:32:46Z</dcterms:created>
  <dcterms:modified xsi:type="dcterms:W3CDTF">2025-12-02T07:34:49Z</dcterms:modified>
</cp:coreProperties>
</file>