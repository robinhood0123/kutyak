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257" r:id="rId3"/>
    <p:sldId id="260" r:id="rId4"/>
    <p:sldId id="261" r:id="rId5"/>
    <p:sldId id="258" r:id="rId6"/>
    <p:sldId id="259" r:id="rId7"/>
  </p:sldIdLst>
  <p:sldSz cx="12192000" cy="6858000"/>
  <p:notesSz cx="6858000" cy="9144000"/>
  <p:defaultTextStyle>
    <a:defPPr rtl="0">
      <a:defRPr lang="hu-HU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4" autoAdjust="0"/>
    <p:restoredTop sz="96357" autoAdjust="0"/>
  </p:normalViewPr>
  <p:slideViewPr>
    <p:cSldViewPr snapToGrid="0">
      <p:cViewPr varScale="1">
        <p:scale>
          <a:sx n="114" d="100"/>
          <a:sy n="114" d="100"/>
        </p:scale>
        <p:origin x="30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58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>
            <a:extLst>
              <a:ext uri="{FF2B5EF4-FFF2-40B4-BE49-F238E27FC236}">
                <a16:creationId xmlns:a16="http://schemas.microsoft.com/office/drawing/2014/main" id="{7301DDF0-2436-4D66-B466-847D895536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3DF30459-4C96-4216-90A2-A92DE35F313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F91C5D-073C-45DE-BBCC-7378CE435FA1}" type="datetime1">
              <a:rPr lang="hu-HU" smtClean="0"/>
              <a:t>2026. 01. 09.</a:t>
            </a:fld>
            <a:endParaRPr lang="hu-HU" dirty="0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4B2D639E-A39D-4D01-8685-D54D1767006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E8C18044-81C5-401C-BF58-7F140D6B7D0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7B480B-A1AC-4B1D-93CD-96128648077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642654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 noProof="0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AFF75A-AEE5-48D5-8CB6-4873AEBB3F4C}" type="datetime1">
              <a:rPr lang="hu-HU" smtClean="0"/>
              <a:pPr/>
              <a:t>2026. 01. 09.</a:t>
            </a:fld>
            <a:endParaRPr lang="hu-HU" dirty="0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 noProof="0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 noProof="0"/>
              <a:t>Mintaszöveg szerkesztése</a:t>
            </a:r>
          </a:p>
          <a:p>
            <a:pPr lvl="1"/>
            <a:r>
              <a:rPr lang="hu-HU" noProof="0"/>
              <a:t>Második szint</a:t>
            </a:r>
          </a:p>
          <a:p>
            <a:pPr lvl="2"/>
            <a:r>
              <a:rPr lang="hu-HU" noProof="0"/>
              <a:t>Harmadik szint</a:t>
            </a:r>
          </a:p>
          <a:p>
            <a:pPr lvl="3"/>
            <a:r>
              <a:rPr lang="hu-HU" noProof="0"/>
              <a:t>Negyedik szint</a:t>
            </a:r>
          </a:p>
          <a:p>
            <a:pPr lvl="4"/>
            <a:r>
              <a:rPr lang="hu-HU" noProof="0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 noProof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A8A364-3D9A-4EC8-959B-291924AF7E56}" type="slidenum">
              <a:rPr lang="hu-HU" noProof="0" smtClean="0"/>
              <a:t>‹#›</a:t>
            </a:fld>
            <a:endParaRPr lang="hu-HU" noProof="0"/>
          </a:p>
        </p:txBody>
      </p:sp>
    </p:spTree>
    <p:extLst>
      <p:ext uri="{BB962C8B-B14F-4D97-AF65-F5344CB8AC3E}">
        <p14:creationId xmlns:p14="http://schemas.microsoft.com/office/powerpoint/2010/main" val="946298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A8A364-3D9A-4EC8-959B-291924AF7E56}" type="slidenum">
              <a:rPr lang="hu-HU" smtClean="0"/>
              <a:t>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134832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At our shelter, many dogs wait for a new home.</a:t>
            </a:r>
            <a:r>
              <a:rPr lang="en-US" dirty="0"/>
              <a:t> You can find puppies from 8–10 weeks old and dogs up to </a:t>
            </a:r>
            <a:r>
              <a:rPr lang="hu-HU" dirty="0"/>
              <a:t>10</a:t>
            </a:r>
            <a:r>
              <a:rPr lang="en-US" dirty="0"/>
              <a:t> years. </a:t>
            </a:r>
            <a:r>
              <a:rPr lang="hu-HU" dirty="0"/>
              <a:t> </a:t>
            </a:r>
            <a:r>
              <a:rPr lang="en-US" dirty="0"/>
              <a:t>At our shelter, you can not only adopt dogs, but also upload dogs who need a new home.</a:t>
            </a:r>
          </a:p>
          <a:p>
            <a:r>
              <a:rPr lang="en-US" b="1" dirty="0"/>
              <a:t>Adoption is easy:</a:t>
            </a:r>
            <a:endParaRPr lang="en-US" dirty="0"/>
          </a:p>
          <a:p>
            <a:r>
              <a:rPr lang="en-US" dirty="0"/>
              <a:t>Choose your dog online with a few clicks</a:t>
            </a:r>
          </a:p>
          <a:p>
            <a:r>
              <a:rPr lang="en-US" dirty="0"/>
              <a:t>Call us to agree on the details</a:t>
            </a:r>
          </a:p>
          <a:p>
            <a:r>
              <a:rPr lang="en-US" dirty="0"/>
              <a:t>You can come the next day and take your dog home</a:t>
            </a:r>
          </a:p>
          <a:p>
            <a:r>
              <a:rPr lang="en-US" dirty="0"/>
              <a:t>Give a dog the loving home it dreams of!</a:t>
            </a:r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A8A364-3D9A-4EC8-959B-291924AF7E56}" type="slidenum">
              <a:rPr lang="hu-HU" noProof="0" smtClean="0"/>
              <a:t>2</a:t>
            </a:fld>
            <a:endParaRPr lang="hu-HU" noProof="0"/>
          </a:p>
        </p:txBody>
      </p:sp>
    </p:spTree>
    <p:extLst>
      <p:ext uri="{BB962C8B-B14F-4D97-AF65-F5344CB8AC3E}">
        <p14:creationId xmlns:p14="http://schemas.microsoft.com/office/powerpoint/2010/main" val="9919274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A8A364-3D9A-4EC8-959B-291924AF7E56}" type="slidenum">
              <a:rPr lang="hu-HU" noProof="0" smtClean="0"/>
              <a:t>3</a:t>
            </a:fld>
            <a:endParaRPr lang="hu-HU" noProof="0"/>
          </a:p>
        </p:txBody>
      </p:sp>
    </p:spTree>
    <p:extLst>
      <p:ext uri="{BB962C8B-B14F-4D97-AF65-F5344CB8AC3E}">
        <p14:creationId xmlns:p14="http://schemas.microsoft.com/office/powerpoint/2010/main" val="1786564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rtlCol="0" anchor="b">
            <a:normAutofit/>
          </a:bodyPr>
          <a:lstStyle>
            <a:lvl1pPr algn="l">
              <a:defRPr sz="6600"/>
            </a:lvl1pPr>
          </a:lstStyle>
          <a:p>
            <a:pPr rtl="0"/>
            <a:r>
              <a:rPr lang="hu-HU" noProof="0"/>
              <a:t>Mintacím szerkesztése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 hasCustomPrompt="1"/>
          </p:nvPr>
        </p:nvSpPr>
        <p:spPr>
          <a:xfrm>
            <a:off x="2417780" y="3531204"/>
            <a:ext cx="8637072" cy="977621"/>
          </a:xfrm>
        </p:spPr>
        <p:txBody>
          <a:bodyPr tIns="91440" bIns="91440" rtlCol="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hu-HU" noProof="0"/>
              <a:t>Alcím mintájának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357C712-04B1-43F6-A268-30DD1DB5F6B9}" type="datetime1">
              <a:rPr lang="hu-HU" noProof="0" smtClean="0"/>
              <a:t>2026. 01. 09.</a:t>
            </a:fld>
            <a:endParaRPr lang="hu-HU" noProof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 rtlCol="0"/>
          <a:lstStyle/>
          <a:p>
            <a:pPr rtl="0"/>
            <a:endParaRPr lang="hu-HU" noProof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 rtlCol="0"/>
          <a:lstStyle/>
          <a:p>
            <a:pPr rtl="0"/>
            <a:fld id="{6D22F896-40B5-4ADD-8801-0D06FADFA095}" type="slidenum">
              <a:rPr lang="hu-HU" noProof="0" smtClean="0"/>
              <a:t>‹#›</a:t>
            </a:fld>
            <a:endParaRPr lang="hu-HU" noProof="0"/>
          </a:p>
        </p:txBody>
      </p:sp>
      <p:cxnSp>
        <p:nvCxnSpPr>
          <p:cNvPr id="15" name="Egyenes összekötő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 noProof="0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 rtlCol="0" anchor="t"/>
          <a:lstStyle/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63C02BF-1388-4F21-B877-03B08F3169CC}" type="datetime1">
              <a:rPr lang="hu-HU" noProof="0" smtClean="0"/>
              <a:t>2026. 01. 09.</a:t>
            </a:fld>
            <a:endParaRPr lang="hu-HU" noProof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hu-HU" noProof="0" smtClean="0"/>
              <a:t>‹#›</a:t>
            </a:fld>
            <a:endParaRPr lang="hu-HU" noProof="0"/>
          </a:p>
        </p:txBody>
      </p:sp>
      <p:cxnSp>
        <p:nvCxnSpPr>
          <p:cNvPr id="33" name="Egyenes összekötő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rtlCol="0" anchor="b">
            <a:normAutofit/>
          </a:bodyPr>
          <a:lstStyle>
            <a:lvl1pPr algn="l">
              <a:defRPr sz="3600"/>
            </a:lvl1pPr>
          </a:lstStyle>
          <a:p>
            <a:pPr rtl="0"/>
            <a:r>
              <a:rPr lang="hu-HU" noProof="0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 rtlCol="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0ED032A-13F3-4ED4-BC67-027BABAB85B7}" type="datetime1">
              <a:rPr lang="hu-HU" noProof="0" smtClean="0"/>
              <a:t>2026. 01. 09.</a:t>
            </a:fld>
            <a:endParaRPr lang="hu-HU" noProof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hu-HU" noProof="0" smtClean="0"/>
              <a:t>‹#›</a:t>
            </a:fld>
            <a:endParaRPr lang="hu-HU" noProof="0"/>
          </a:p>
        </p:txBody>
      </p:sp>
      <p:cxnSp>
        <p:nvCxnSpPr>
          <p:cNvPr id="15" name="Egyenes összekötő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ét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 rtlCol="0"/>
          <a:lstStyle/>
          <a:p>
            <a:pPr rtl="0"/>
            <a:r>
              <a:rPr lang="hu-HU" noProof="0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 rtlCol="0"/>
          <a:lstStyle/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 rtlCol="0"/>
          <a:lstStyle/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B63A5F8-6802-46B0-8655-054EB3F33294}" type="datetime1">
              <a:rPr lang="hu-HU" noProof="0" smtClean="0"/>
              <a:t>2026. 01. 09.</a:t>
            </a:fld>
            <a:endParaRPr lang="hu-HU" noProof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hu-HU" noProof="0" smtClean="0"/>
              <a:t>‹#›</a:t>
            </a:fld>
            <a:endParaRPr lang="hu-HU" noProof="0"/>
          </a:p>
        </p:txBody>
      </p:sp>
      <p:cxnSp>
        <p:nvCxnSpPr>
          <p:cNvPr id="35" name="Egyenes összekötő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 rtlCol="0"/>
          <a:lstStyle/>
          <a:p>
            <a:pPr rtl="0"/>
            <a:r>
              <a:rPr lang="hu-HU" noProof="0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hu-HU" noProof="0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 rtlCol="0"/>
          <a:lstStyle/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hu-HU" noProof="0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 rtlCol="0"/>
          <a:lstStyle/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BD259E6-F7D8-40B4-9CB6-4D3A05A7DB1B}" type="datetime1">
              <a:rPr lang="hu-HU" noProof="0" smtClean="0"/>
              <a:t>2026. 01. 09.</a:t>
            </a:fld>
            <a:endParaRPr lang="hu-HU" noProof="0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hu-HU" noProof="0" smtClean="0"/>
              <a:t>‹#›</a:t>
            </a:fld>
            <a:endParaRPr lang="hu-HU" noProof="0"/>
          </a:p>
        </p:txBody>
      </p:sp>
      <p:cxnSp>
        <p:nvCxnSpPr>
          <p:cNvPr id="29" name="Egyenes összekötő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 noProof="0"/>
              <a:t>Mintacím szerkesztése</a:t>
            </a:r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FB5B7E0-EB02-4D60-87FB-F8D56D6AF0A1}" type="datetime1">
              <a:rPr lang="hu-HU" noProof="0" smtClean="0"/>
              <a:t>2026. 01. 09.</a:t>
            </a:fld>
            <a:endParaRPr lang="hu-HU" noProof="0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hu-HU" noProof="0" smtClean="0"/>
              <a:t>‹#›</a:t>
            </a:fld>
            <a:endParaRPr lang="hu-HU" noProof="0"/>
          </a:p>
        </p:txBody>
      </p:sp>
      <p:cxnSp>
        <p:nvCxnSpPr>
          <p:cNvPr id="25" name="Egyenes összekötő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1A187BE-59B2-40D1-AFF9-4EF9E6191442}" type="datetime1">
              <a:rPr lang="hu-HU" noProof="0" smtClean="0"/>
              <a:t>2026. 01. 09.</a:t>
            </a:fld>
            <a:endParaRPr lang="hu-HU" noProof="0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hu-HU" noProof="0" smtClean="0"/>
              <a:t>‹#›</a:t>
            </a:fld>
            <a:endParaRPr lang="hu-HU" noProof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rtlCol="0" anchor="b">
            <a:normAutofit/>
          </a:bodyPr>
          <a:lstStyle>
            <a:lvl1pPr algn="l">
              <a:defRPr sz="2400"/>
            </a:lvl1pPr>
          </a:lstStyle>
          <a:p>
            <a:pPr rtl="0"/>
            <a:r>
              <a:rPr lang="hu-HU" noProof="0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rtlCol="0" anchor="ctr"/>
          <a:lstStyle/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 rtlCol="0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hu-HU" noProof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45A636F-6057-47D2-9DFE-4EF30B79ACEE}" type="datetime1">
              <a:rPr lang="hu-HU" noProof="0" smtClean="0"/>
              <a:t>2026. 01. 09.</a:t>
            </a:fld>
            <a:endParaRPr lang="hu-HU" noProof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hu-HU" noProof="0" smtClean="0"/>
              <a:t>‹#›</a:t>
            </a:fld>
            <a:endParaRPr lang="hu-HU" noProof="0"/>
          </a:p>
        </p:txBody>
      </p:sp>
      <p:cxnSp>
        <p:nvCxnSpPr>
          <p:cNvPr id="17" name="Egyenes összekötő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Csoport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Téglalap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Téglalap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rtlCol="0" anchor="b">
            <a:normAutofit/>
          </a:bodyPr>
          <a:lstStyle>
            <a:lvl1pPr>
              <a:defRPr sz="3200"/>
            </a:lvl1pPr>
          </a:lstStyle>
          <a:p>
            <a:pPr rtl="0"/>
            <a:r>
              <a:rPr lang="hu-HU" noProof="0"/>
              <a:t>Mintacím szerkesztése</a:t>
            </a:r>
          </a:p>
        </p:txBody>
      </p:sp>
      <p:sp>
        <p:nvSpPr>
          <p:cNvPr id="3" name="Kép helyőrzőj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rtlCol="0"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hu-HU" noProof="0"/>
              <a:t>Kép hozzáadásához kattintson az ikonra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 rtlCol="0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hu-HU" noProof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C8C4B5B9-172A-4BBF-8B01-E9076FCA0CEB}" type="datetime1">
              <a:rPr lang="hu-HU" noProof="0" smtClean="0"/>
              <a:t>2026. 01. 09.</a:t>
            </a:fld>
            <a:endParaRPr lang="hu-HU" noProof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 rtlCol="0"/>
          <a:lstStyle/>
          <a:p>
            <a:pPr rtl="0"/>
            <a:endParaRPr lang="hu-HU" noProof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hu-HU" noProof="0" smtClean="0"/>
              <a:t>‹#›</a:t>
            </a:fld>
            <a:endParaRPr lang="hu-HU" noProof="0"/>
          </a:p>
        </p:txBody>
      </p:sp>
      <p:cxnSp>
        <p:nvCxnSpPr>
          <p:cNvPr id="31" name="Egyenes összekötő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 noProof="0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7F7EF17-0CEC-4E1D-AEE0-AF901F2B6DF3}" type="datetime1">
              <a:rPr lang="hu-HU" noProof="0" smtClean="0"/>
              <a:t>2026. 01. 09.</a:t>
            </a:fld>
            <a:endParaRPr lang="hu-HU" noProof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hu-HU" noProof="0" smtClean="0"/>
              <a:t>‹#›</a:t>
            </a:fld>
            <a:endParaRPr lang="hu-HU" noProof="0"/>
          </a:p>
        </p:txBody>
      </p:sp>
      <p:cxnSp>
        <p:nvCxnSpPr>
          <p:cNvPr id="26" name="Egyenes összekötő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 rtlCol="0"/>
          <a:lstStyle>
            <a:lvl1pPr algn="l">
              <a:defRPr/>
            </a:lvl1pPr>
          </a:lstStyle>
          <a:p>
            <a:pPr rtl="0"/>
            <a:r>
              <a:rPr lang="hu-HU" noProof="0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 rtlCol="0"/>
          <a:lstStyle/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490ACC-DB94-4540-9689-013867EC8522}" type="datetime1">
              <a:rPr lang="hu-HU" noProof="0" smtClean="0"/>
              <a:t>2026. 01. 09.</a:t>
            </a:fld>
            <a:endParaRPr lang="hu-HU" noProof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hu-HU" noProof="0" smtClean="0"/>
              <a:t>‹#›</a:t>
            </a:fld>
            <a:endParaRPr lang="hu-HU" noProof="0"/>
          </a:p>
        </p:txBody>
      </p:sp>
      <p:cxnSp>
        <p:nvCxnSpPr>
          <p:cNvPr id="15" name="Egyenes összekötő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églalap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Kép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hu-HU" noProof="0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54064E28-58B8-4DA9-B1C8-AF15F279E04B}" type="datetime1">
              <a:rPr lang="hu-HU" noProof="0" smtClean="0"/>
              <a:t>2026. 01. 09.</a:t>
            </a:fld>
            <a:endParaRPr lang="hu-HU" noProof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hu-HU" noProof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pPr rtl="0"/>
            <a:fld id="{6D22F896-40B5-4ADD-8801-0D06FADFA095}" type="slidenum">
              <a:rPr lang="hu-HU" noProof="0" smtClean="0"/>
              <a:pPr/>
              <a:t>‹#›</a:t>
            </a:fld>
            <a:endParaRPr lang="hu-HU" noProof="0"/>
          </a:p>
        </p:txBody>
      </p:sp>
      <p:cxnSp>
        <p:nvCxnSpPr>
          <p:cNvPr id="10" name="Egyenes összekötő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739450" y="445412"/>
            <a:ext cx="8637073" cy="2541431"/>
          </a:xfrm>
        </p:spPr>
        <p:txBody>
          <a:bodyPr rtlCol="0">
            <a:normAutofit/>
          </a:bodyPr>
          <a:lstStyle/>
          <a:p>
            <a:r>
              <a:rPr lang="hu-HU" dirty="0" err="1"/>
              <a:t>Dog</a:t>
            </a:r>
            <a:r>
              <a:rPr lang="hu-HU" dirty="0"/>
              <a:t> </a:t>
            </a:r>
            <a:r>
              <a:rPr lang="hu-HU" dirty="0" err="1"/>
              <a:t>shelter</a:t>
            </a:r>
            <a:r>
              <a:rPr lang="hu-HU" dirty="0"/>
              <a:t> </a:t>
            </a:r>
            <a:r>
              <a:rPr lang="hu-HU" dirty="0" err="1"/>
              <a:t>presentation</a:t>
            </a:r>
            <a:endParaRPr lang="hu-HU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 vert="horz" lIns="91440" tIns="91440" rIns="91440" bIns="91440" rtlCol="0" anchor="t">
            <a:normAutofit/>
          </a:bodyPr>
          <a:lstStyle/>
          <a:p>
            <a:r>
              <a:rPr lang="hu-HU" dirty="0" err="1"/>
              <a:t>Made</a:t>
            </a:r>
            <a:r>
              <a:rPr lang="hu-HU" dirty="0"/>
              <a:t> </a:t>
            </a:r>
            <a:r>
              <a:rPr lang="hu-HU" dirty="0" err="1"/>
              <a:t>by</a:t>
            </a:r>
            <a:r>
              <a:rPr lang="hu-HU" dirty="0"/>
              <a:t>:  Tóth </a:t>
            </a:r>
            <a:r>
              <a:rPr lang="hu-HU" dirty="0" err="1"/>
              <a:t>róbert</a:t>
            </a:r>
            <a:r>
              <a:rPr lang="hu-HU" dirty="0"/>
              <a:t>, ács </a:t>
            </a:r>
            <a:r>
              <a:rPr lang="hu-HU" dirty="0" err="1"/>
              <a:t>norbert</a:t>
            </a:r>
            <a:r>
              <a:rPr lang="hu-HU" dirty="0"/>
              <a:t>, szentpáli </a:t>
            </a:r>
            <a:r>
              <a:rPr lang="hu-HU" dirty="0" err="1"/>
              <a:t>richárd</a:t>
            </a:r>
            <a:endParaRPr lang="hu-HU" dirty="0"/>
          </a:p>
          <a:p>
            <a:r>
              <a:rPr lang="hu-HU" dirty="0"/>
              <a:t> </a:t>
            </a:r>
          </a:p>
        </p:txBody>
      </p:sp>
    </p:spTree>
    <p:extLst>
      <p:ext uri="{BB962C8B-B14F-4D97-AF65-F5344CB8AC3E}">
        <p14:creationId xmlns:p14="http://schemas.microsoft.com/office/powerpoint/2010/main" val="128632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1641C46-8749-FD67-6342-A9049A401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257945"/>
            <a:ext cx="9603275" cy="1049235"/>
          </a:xfrm>
        </p:spPr>
        <p:txBody>
          <a:bodyPr/>
          <a:lstStyle/>
          <a:p>
            <a:r>
              <a:rPr lang="en-US" dirty="0"/>
              <a:t>What is this site about...</a:t>
            </a:r>
            <a:endParaRPr lang="hu-HU" dirty="0"/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474625CE-276C-48E3-B095-1D227AFED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049235"/>
            <a:ext cx="11048999" cy="5550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405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17103D2-A76A-47AB-92D4-E42F72993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2" y="610555"/>
            <a:ext cx="9603275" cy="1049235"/>
          </a:xfrm>
        </p:spPr>
        <p:txBody>
          <a:bodyPr/>
          <a:lstStyle/>
          <a:p>
            <a:r>
              <a:rPr lang="hu-HU" dirty="0" err="1"/>
              <a:t>Our</a:t>
            </a:r>
            <a:r>
              <a:rPr lang="hu-HU" dirty="0"/>
              <a:t> </a:t>
            </a:r>
            <a:r>
              <a:rPr lang="hu-HU" dirty="0" err="1"/>
              <a:t>Dogs</a:t>
            </a:r>
            <a:r>
              <a:rPr lang="hu-HU" dirty="0"/>
              <a:t> </a:t>
            </a:r>
            <a:r>
              <a:rPr lang="hu-HU" dirty="0" err="1"/>
              <a:t>for</a:t>
            </a:r>
            <a:r>
              <a:rPr lang="hu-HU" dirty="0"/>
              <a:t> </a:t>
            </a:r>
            <a:r>
              <a:rPr lang="hu-HU" dirty="0" err="1"/>
              <a:t>Adoption</a:t>
            </a:r>
            <a:endParaRPr lang="hu-HU" dirty="0"/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2793E94D-544F-486F-BF63-CCBEA49363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2778" y="3879275"/>
            <a:ext cx="4875114" cy="2036763"/>
          </a:xfr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2513D95C-00AF-450C-878E-7C2037EA0DCC}"/>
              </a:ext>
            </a:extLst>
          </p:cNvPr>
          <p:cNvSpPr txBox="1"/>
          <p:nvPr/>
        </p:nvSpPr>
        <p:spPr>
          <a:xfrm>
            <a:off x="379033" y="2193853"/>
            <a:ext cx="41425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 dirty="0">
                <a:effectLst/>
                <a:latin typeface="Roboto" panose="020B0604020202020204" pitchFamily="2" charset="0"/>
              </a:rPr>
              <a:t>Here you can see our dogs available for adoption</a:t>
            </a:r>
            <a:endParaRPr lang="hu-HU" b="1" i="0" dirty="0">
              <a:effectLst/>
              <a:latin typeface="Roboto" panose="020B0604020202020204" pitchFamily="2" charset="0"/>
            </a:endParaRPr>
          </a:p>
          <a:p>
            <a:r>
              <a:rPr lang="en-US" b="1" i="0" dirty="0">
                <a:effectLst/>
                <a:latin typeface="Roboto" panose="02000000000000000000" pitchFamily="2" charset="0"/>
              </a:rPr>
              <a:t>If you click on one of the dogs, it will take you further and show you some information about it.</a:t>
            </a:r>
            <a:r>
              <a:rPr lang="hu-HU" b="1" i="0" dirty="0">
                <a:effectLst/>
                <a:latin typeface="Roboto" panose="02000000000000000000" pitchFamily="2" charset="0"/>
              </a:rPr>
              <a:t> 			</a:t>
            </a:r>
            <a:r>
              <a:rPr lang="hu-HU" b="1" i="0" dirty="0">
                <a:effectLst/>
                <a:latin typeface="Roboto" panose="02000000000000000000" pitchFamily="2" charset="0"/>
                <a:sym typeface="Wingdings" panose="05000000000000000000" pitchFamily="2" charset="2"/>
              </a:rPr>
              <a:t></a:t>
            </a:r>
            <a:endParaRPr lang="hu-HU" dirty="0"/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F5296E3A-E97A-468A-ACEB-BE1520D960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8073" y="1492657"/>
            <a:ext cx="2220112" cy="2395055"/>
          </a:xfrm>
          <a:prstGeom prst="rect">
            <a:avLst/>
          </a:prstGeom>
        </p:spPr>
      </p:pic>
      <p:sp>
        <p:nvSpPr>
          <p:cNvPr id="9" name="Szövegdoboz 8">
            <a:extLst>
              <a:ext uri="{FF2B5EF4-FFF2-40B4-BE49-F238E27FC236}">
                <a16:creationId xmlns:a16="http://schemas.microsoft.com/office/drawing/2014/main" id="{233FF872-122A-4F6D-AEE5-8A5E39ED7E6B}"/>
              </a:ext>
            </a:extLst>
          </p:cNvPr>
          <p:cNvSpPr txBox="1"/>
          <p:nvPr/>
        </p:nvSpPr>
        <p:spPr>
          <a:xfrm>
            <a:off x="8381071" y="2193853"/>
            <a:ext cx="23275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 dirty="0">
                <a:effectLst/>
                <a:latin typeface="Roboto" panose="02000000000000000000" pitchFamily="2" charset="0"/>
              </a:rPr>
              <a:t>Here you can see the details about him, and if you like the dog, you can click on adoption.</a:t>
            </a:r>
            <a:endParaRPr lang="hu-HU" dirty="0"/>
          </a:p>
        </p:txBody>
      </p:sp>
      <p:cxnSp>
        <p:nvCxnSpPr>
          <p:cNvPr id="12" name="Egyenes összekötő nyíllal 11">
            <a:extLst>
              <a:ext uri="{FF2B5EF4-FFF2-40B4-BE49-F238E27FC236}">
                <a16:creationId xmlns:a16="http://schemas.microsoft.com/office/drawing/2014/main" id="{3074986D-EA00-468D-BFFB-1CAB0849F983}"/>
              </a:ext>
            </a:extLst>
          </p:cNvPr>
          <p:cNvCxnSpPr>
            <a:cxnSpLocks/>
          </p:cNvCxnSpPr>
          <p:nvPr/>
        </p:nvCxnSpPr>
        <p:spPr>
          <a:xfrm flipH="1">
            <a:off x="7104110" y="3546764"/>
            <a:ext cx="1831143" cy="1244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8749B88F-A4BD-4B80-A707-824C41AE83DC}"/>
              </a:ext>
            </a:extLst>
          </p:cNvPr>
          <p:cNvSpPr txBox="1"/>
          <p:nvPr/>
        </p:nvSpPr>
        <p:spPr>
          <a:xfrm>
            <a:off x="5587068" y="4311941"/>
            <a:ext cx="63921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 dirty="0">
                <a:effectLst/>
                <a:latin typeface="Roboto" panose="02000000000000000000" pitchFamily="2" charset="0"/>
              </a:rPr>
              <a:t>As soon as you fill out the form with your information, we will receive the request and review it as quickly as possible and get back to you.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653305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2FD2F86-BB9D-4B98-8486-613CEB711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About</a:t>
            </a:r>
            <a:r>
              <a:rPr lang="hu-HU" dirty="0"/>
              <a:t> </a:t>
            </a:r>
            <a:r>
              <a:rPr lang="hu-HU" dirty="0" err="1"/>
              <a:t>us</a:t>
            </a:r>
            <a:r>
              <a:rPr lang="hu-HU" dirty="0"/>
              <a:t> 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3D84EC81-C777-4EBF-81F4-7FA5E3B437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834" y="2141960"/>
            <a:ext cx="5265693" cy="3449638"/>
          </a:xfr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D9D338B3-A7FB-4253-BDCE-94B259D64AA6}"/>
              </a:ext>
            </a:extLst>
          </p:cNvPr>
          <p:cNvSpPr txBox="1"/>
          <p:nvPr/>
        </p:nvSpPr>
        <p:spPr>
          <a:xfrm>
            <a:off x="6543412" y="2549004"/>
            <a:ext cx="37331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 dirty="0">
                <a:effectLst/>
                <a:latin typeface="Roboto" panose="02000000000000000000" pitchFamily="2" charset="0"/>
              </a:rPr>
              <a:t>Here you can see a little description about us, our names, what our goal is, and a picture of us. (</a:t>
            </a:r>
            <a:r>
              <a:rPr lang="en-US" b="1" i="0" dirty="0" err="1">
                <a:effectLst/>
                <a:latin typeface="Roboto" panose="02000000000000000000" pitchFamily="2" charset="0"/>
              </a:rPr>
              <a:t>Norbi</a:t>
            </a:r>
            <a:r>
              <a:rPr lang="en-US" b="1" i="0" dirty="0">
                <a:effectLst/>
                <a:latin typeface="Roboto" panose="02000000000000000000" pitchFamily="2" charset="0"/>
              </a:rPr>
              <a:t> is not in the picture yet)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174931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F13F44D-7D58-399B-B876-11A9303A2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Feedback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CC5C77A-7A3E-9129-1ADE-959AC9C160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Feedback and questions:</a:t>
            </a:r>
            <a:r>
              <a:rPr lang="en-US" dirty="0"/>
              <a:t> You can send feedback or a question on our website. When we answer, you will get an email message.</a:t>
            </a:r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56886041-F58E-4E9E-A6EE-ADC470FD7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368" y="3018408"/>
            <a:ext cx="4389314" cy="3705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338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5BB773C4-2BAD-3015-DABF-35E9F9392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create a new account. </a:t>
            </a:r>
            <a:endParaRPr lang="hu-HU" dirty="0"/>
          </a:p>
          <a:p>
            <a:r>
              <a:rPr lang="en-US" dirty="0"/>
              <a:t>If you have an account, you can log in. </a:t>
            </a:r>
            <a:endParaRPr lang="hu-HU" dirty="0"/>
          </a:p>
          <a:p>
            <a:r>
              <a:rPr lang="en-US" dirty="0"/>
              <a:t>With your account, you can see your dogs, your feedback, and your adoption requests.</a:t>
            </a:r>
          </a:p>
        </p:txBody>
      </p:sp>
      <p:sp>
        <p:nvSpPr>
          <p:cNvPr id="4" name="Cím 1">
            <a:extLst>
              <a:ext uri="{FF2B5EF4-FFF2-40B4-BE49-F238E27FC236}">
                <a16:creationId xmlns:a16="http://schemas.microsoft.com/office/drawing/2014/main" id="{FD777B95-0ACA-4C38-AC95-F80C8B927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/>
          <a:lstStyle/>
          <a:p>
            <a:r>
              <a:rPr lang="hu-HU" dirty="0"/>
              <a:t>Login and </a:t>
            </a:r>
            <a:r>
              <a:rPr lang="hu-HU" dirty="0" err="1"/>
              <a:t>Registration</a:t>
            </a:r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BBA95163-EBA5-4065-8337-44B0DAC99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53" y="3741038"/>
            <a:ext cx="3666702" cy="2791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963043"/>
      </p:ext>
    </p:extLst>
  </p:cSld>
  <p:clrMapOvr>
    <a:masterClrMapping/>
  </p:clrMapOvr>
</p:sld>
</file>

<file path=ppt/theme/theme1.xml><?xml version="1.0" encoding="utf-8"?>
<a:theme xmlns:a="http://schemas.openxmlformats.org/drawingml/2006/main" name="Galéria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TF10001119</Template>
  <TotalTime>59</TotalTime>
  <Words>304</Words>
  <Application>Microsoft Office PowerPoint</Application>
  <PresentationFormat>Szélesvásznú</PresentationFormat>
  <Paragraphs>26</Paragraphs>
  <Slides>6</Slides>
  <Notes>3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6</vt:i4>
      </vt:variant>
    </vt:vector>
  </HeadingPairs>
  <TitlesOfParts>
    <vt:vector size="11" baseType="lpstr">
      <vt:lpstr>Arial</vt:lpstr>
      <vt:lpstr>Calibri</vt:lpstr>
      <vt:lpstr>Gill Sans MT</vt:lpstr>
      <vt:lpstr>Roboto</vt:lpstr>
      <vt:lpstr>Galéria</vt:lpstr>
      <vt:lpstr>Dog shelter presentation</vt:lpstr>
      <vt:lpstr>What is this site about...</vt:lpstr>
      <vt:lpstr>Our Dogs for Adoption</vt:lpstr>
      <vt:lpstr>About us </vt:lpstr>
      <vt:lpstr>Feedback</vt:lpstr>
      <vt:lpstr>Login and Registration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Wordpress menhely bemutatása</dc:title>
  <dc:creator>Szentpáli Richárd</dc:creator>
  <cp:lastModifiedBy>Szentpáli Richárd Sándor 461</cp:lastModifiedBy>
  <cp:revision>110</cp:revision>
  <dcterms:created xsi:type="dcterms:W3CDTF">2024-11-05T17:32:46Z</dcterms:created>
  <dcterms:modified xsi:type="dcterms:W3CDTF">2026-01-09T09:24:31Z</dcterms:modified>
</cp:coreProperties>
</file>