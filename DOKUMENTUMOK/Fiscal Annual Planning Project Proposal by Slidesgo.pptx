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257" r:id="rId3"/>
    <p:sldId id="259" r:id="rId4"/>
    <p:sldId id="260" r:id="rId5"/>
    <p:sldId id="279" r:id="rId6"/>
    <p:sldId id="28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Lst>
  <p:sldSz cx="9144000" cy="5143500" type="screen16x9"/>
  <p:notesSz cx="6858000" cy="9144000"/>
  <p:embeddedFontLst>
    <p:embeddedFont>
      <p:font typeface="Calibri" panose="020F0502020204030204" pitchFamily="34" charset="0"/>
      <p:regular r:id="rId26"/>
      <p:bold r:id="rId27"/>
      <p:italic r:id="rId28"/>
      <p:boldItalic r:id="rId29"/>
    </p:embeddedFont>
    <p:embeddedFont>
      <p:font typeface="Didact Gothic" panose="020B0604020202020204" charset="0"/>
      <p:regular r:id="rId30"/>
    </p:embeddedFont>
    <p:embeddedFont>
      <p:font typeface="Nunito Light" pitchFamily="2" charset="-18"/>
      <p:regular r:id="rId31"/>
      <p:italic r:id="rId32"/>
    </p:embeddedFont>
    <p:embeddedFont>
      <p:font typeface="Open Sans" panose="020B0606030504020204" pitchFamily="34" charset="0"/>
      <p:regular r:id="rId33"/>
      <p:bold r:id="rId34"/>
      <p:italic r:id="rId35"/>
      <p:boldItalic r:id="rId36"/>
    </p:embeddedFont>
    <p:embeddedFont>
      <p:font typeface="Poppins" panose="00000500000000000000" pitchFamily="2" charset="-18"/>
      <p:regular r:id="rId37"/>
      <p:bold r:id="rId38"/>
      <p:italic r:id="rId39"/>
      <p:boldItalic r:id="rId40"/>
    </p:embeddedFont>
    <p:embeddedFont>
      <p:font typeface="PT Sans" panose="020B0503020203020204" pitchFamily="34" charset="-18"/>
      <p:regular r:id="rId41"/>
      <p:bold r:id="rId42"/>
      <p:italic r:id="rId43"/>
      <p:boldItalic r:id="rId44"/>
    </p:embeddedFont>
    <p:embeddedFont>
      <p:font typeface="Raleway" pitchFamily="2" charset="-18"/>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A934FA-3654-4179-9EF7-27529735517D}">
  <a:tblStyle styleId="{A7A934FA-3654-4179-9EF7-27529735517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BB13162-1F61-41E0-8A0C-221876AADC1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392"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52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527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ec3da25a4b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ec3da25a4b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ec3da25a4b_3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ec3da25a4b_3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ec3da25a4b_3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1ec3da25a4b_3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ec3da25a4b_3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ec3da25a4b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1ec3da25a4b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1ec3da25a4b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1ec3da25a4b_3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1ec3da25a4b_3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ec3da25a4b_3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1ec3da25a4b_3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1ec3da25a4b_3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1ec3da25a4b_3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1ec3da25a4b_3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1ec3da25a4b_3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1ec3da25a4b_3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1ec3da25a4b_3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1ec3da25a4b_3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ec3da25a4b_3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1ec3da25a4b_3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1ec3da25a4b_3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1ec3da25a4b_3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1ec3da25a4b_3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ec3da25a4b_3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ec3da25a4b_3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400375" y="1750183"/>
            <a:ext cx="6343200" cy="14442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3200300" y="3175333"/>
            <a:ext cx="2743500" cy="640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408960" y="2435500"/>
            <a:ext cx="4739700" cy="15303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6674014" y="1506938"/>
            <a:ext cx="1474500" cy="8418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 name="Google Shape;16;p4"/>
          <p:cNvSpPr txBox="1">
            <a:spLocks noGrp="1"/>
          </p:cNvSpPr>
          <p:nvPr>
            <p:ph type="body" idx="1"/>
          </p:nvPr>
        </p:nvSpPr>
        <p:spPr>
          <a:xfrm>
            <a:off x="720000" y="987150"/>
            <a:ext cx="7704000" cy="3987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Font typeface="Nunito Light"/>
              <a:buChar char="●"/>
              <a:defRPr>
                <a:latin typeface="Didact Gothic"/>
                <a:ea typeface="Didact Gothic"/>
                <a:cs typeface="Didact Gothic"/>
                <a:sym typeface="Didact Gothic"/>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7" name="Google Shape;17;p4"/>
          <p:cNvGrpSpPr/>
          <p:nvPr/>
        </p:nvGrpSpPr>
        <p:grpSpPr>
          <a:xfrm>
            <a:off x="-4945912" y="-1557881"/>
            <a:ext cx="19078774" cy="11791303"/>
            <a:chOff x="-4945912" y="-1557881"/>
            <a:chExt cx="19078774" cy="11791303"/>
          </a:xfrm>
        </p:grpSpPr>
        <p:grpSp>
          <p:nvGrpSpPr>
            <p:cNvPr id="18" name="Google Shape;18;p4"/>
            <p:cNvGrpSpPr/>
            <p:nvPr/>
          </p:nvGrpSpPr>
          <p:grpSpPr>
            <a:xfrm rot="10800000" flipH="1">
              <a:off x="1506468" y="4362731"/>
              <a:ext cx="5735915" cy="5870692"/>
              <a:chOff x="2442960" y="-713814"/>
              <a:chExt cx="5735915" cy="5870692"/>
            </a:xfrm>
          </p:grpSpPr>
          <p:sp>
            <p:nvSpPr>
              <p:cNvPr id="19" name="Google Shape;19;p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 name="Google Shape;20;p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 name="Google Shape;21;p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2" name="Google Shape;22;p4"/>
            <p:cNvGrpSpPr/>
            <p:nvPr/>
          </p:nvGrpSpPr>
          <p:grpSpPr>
            <a:xfrm rot="5400000" flipH="1">
              <a:off x="8329559" y="180356"/>
              <a:ext cx="5735915" cy="5870692"/>
              <a:chOff x="2442960" y="-713814"/>
              <a:chExt cx="5735915" cy="5870692"/>
            </a:xfrm>
          </p:grpSpPr>
          <p:sp>
            <p:nvSpPr>
              <p:cNvPr id="23" name="Google Shape;23;p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 name="Google Shape;24;p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 name="Google Shape;25;p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6" name="Google Shape;26;p4"/>
            <p:cNvGrpSpPr/>
            <p:nvPr/>
          </p:nvGrpSpPr>
          <p:grpSpPr>
            <a:xfrm rot="-5400000">
              <a:off x="-4878524" y="-1625269"/>
              <a:ext cx="5735915" cy="5870692"/>
              <a:chOff x="2442960" y="-713814"/>
              <a:chExt cx="5735915" cy="5870692"/>
            </a:xfrm>
          </p:grpSpPr>
          <p:sp>
            <p:nvSpPr>
              <p:cNvPr id="27" name="Google Shape;27;p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 name="Google Shape;28;p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 name="Google Shape;29;p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grpSp>
        <p:nvGrpSpPr>
          <p:cNvPr id="31" name="Google Shape;31;p5"/>
          <p:cNvGrpSpPr/>
          <p:nvPr/>
        </p:nvGrpSpPr>
        <p:grpSpPr>
          <a:xfrm>
            <a:off x="-4945912" y="-1538831"/>
            <a:ext cx="19035824" cy="11741478"/>
            <a:chOff x="-4945912" y="-1538831"/>
            <a:chExt cx="19035824" cy="11741478"/>
          </a:xfrm>
        </p:grpSpPr>
        <p:grpSp>
          <p:nvGrpSpPr>
            <p:cNvPr id="32" name="Google Shape;32;p5"/>
            <p:cNvGrpSpPr/>
            <p:nvPr/>
          </p:nvGrpSpPr>
          <p:grpSpPr>
            <a:xfrm rot="10800000">
              <a:off x="865843" y="4331956"/>
              <a:ext cx="5735915" cy="5870692"/>
              <a:chOff x="2442960" y="-713814"/>
              <a:chExt cx="5735915" cy="5870692"/>
            </a:xfrm>
          </p:grpSpPr>
          <p:sp>
            <p:nvSpPr>
              <p:cNvPr id="33" name="Google Shape;33;p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 name="Google Shape;34;p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 name="Google Shape;35;p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6" name="Google Shape;36;p5"/>
            <p:cNvGrpSpPr/>
            <p:nvPr/>
          </p:nvGrpSpPr>
          <p:grpSpPr>
            <a:xfrm rot="-5400000" flipH="1">
              <a:off x="-4878524" y="-539419"/>
              <a:ext cx="5735915" cy="5870692"/>
              <a:chOff x="2442960" y="-713814"/>
              <a:chExt cx="5735915" cy="5870692"/>
            </a:xfrm>
          </p:grpSpPr>
          <p:sp>
            <p:nvSpPr>
              <p:cNvPr id="37" name="Google Shape;37;p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 name="Google Shape;38;p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 name="Google Shape;39;p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0" name="Google Shape;40;p5"/>
            <p:cNvGrpSpPr/>
            <p:nvPr/>
          </p:nvGrpSpPr>
          <p:grpSpPr>
            <a:xfrm rot="5400000" flipH="1">
              <a:off x="8286609" y="-1606219"/>
              <a:ext cx="5735915" cy="5870692"/>
              <a:chOff x="2442960" y="-713814"/>
              <a:chExt cx="5735915" cy="5870692"/>
            </a:xfrm>
          </p:grpSpPr>
          <p:sp>
            <p:nvSpPr>
              <p:cNvPr id="41" name="Google Shape;41;p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42;p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43;p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
        <p:nvSpPr>
          <p:cNvPr id="44" name="Google Shape;44;p5"/>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5" name="Google Shape;45;p5"/>
          <p:cNvSpPr txBox="1">
            <a:spLocks noGrp="1"/>
          </p:cNvSpPr>
          <p:nvPr>
            <p:ph type="subTitle" idx="1"/>
          </p:nvPr>
        </p:nvSpPr>
        <p:spPr>
          <a:xfrm>
            <a:off x="4949502" y="2662031"/>
            <a:ext cx="2693100" cy="128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1501398" y="2662031"/>
            <a:ext cx="2693100" cy="128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1501398" y="2345514"/>
            <a:ext cx="2693100" cy="342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8" name="Google Shape;48;p5"/>
          <p:cNvSpPr txBox="1">
            <a:spLocks noGrp="1"/>
          </p:cNvSpPr>
          <p:nvPr>
            <p:ph type="subTitle" idx="4"/>
          </p:nvPr>
        </p:nvSpPr>
        <p:spPr>
          <a:xfrm>
            <a:off x="4949500" y="2345514"/>
            <a:ext cx="2693100" cy="342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grpSp>
        <p:nvGrpSpPr>
          <p:cNvPr id="50" name="Google Shape;50;p6"/>
          <p:cNvGrpSpPr/>
          <p:nvPr/>
        </p:nvGrpSpPr>
        <p:grpSpPr>
          <a:xfrm>
            <a:off x="-4945912" y="-1538831"/>
            <a:ext cx="19035824" cy="11741478"/>
            <a:chOff x="-4945912" y="-1538831"/>
            <a:chExt cx="19035824" cy="11741478"/>
          </a:xfrm>
        </p:grpSpPr>
        <p:grpSp>
          <p:nvGrpSpPr>
            <p:cNvPr id="51" name="Google Shape;51;p6"/>
            <p:cNvGrpSpPr/>
            <p:nvPr/>
          </p:nvGrpSpPr>
          <p:grpSpPr>
            <a:xfrm rot="10800000">
              <a:off x="865843" y="4331956"/>
              <a:ext cx="5735915" cy="5870692"/>
              <a:chOff x="2442960" y="-713814"/>
              <a:chExt cx="5735915" cy="5870692"/>
            </a:xfrm>
          </p:grpSpPr>
          <p:sp>
            <p:nvSpPr>
              <p:cNvPr id="52" name="Google Shape;52;p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 name="Google Shape;53;p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 name="Google Shape;54;p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5" name="Google Shape;55;p6"/>
            <p:cNvGrpSpPr/>
            <p:nvPr/>
          </p:nvGrpSpPr>
          <p:grpSpPr>
            <a:xfrm rot="-5400000" flipH="1">
              <a:off x="-4878524" y="-539419"/>
              <a:ext cx="5735915" cy="5870692"/>
              <a:chOff x="2442960" y="-713814"/>
              <a:chExt cx="5735915" cy="5870692"/>
            </a:xfrm>
          </p:grpSpPr>
          <p:sp>
            <p:nvSpPr>
              <p:cNvPr id="56" name="Google Shape;56;p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 name="Google Shape;57;p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8" name="Google Shape;58;p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9" name="Google Shape;59;p6"/>
            <p:cNvGrpSpPr/>
            <p:nvPr/>
          </p:nvGrpSpPr>
          <p:grpSpPr>
            <a:xfrm rot="5400000" flipH="1">
              <a:off x="8286609" y="-1606219"/>
              <a:ext cx="5735915" cy="5870692"/>
              <a:chOff x="2442960" y="-713814"/>
              <a:chExt cx="5735915" cy="5870692"/>
            </a:xfrm>
          </p:grpSpPr>
          <p:sp>
            <p:nvSpPr>
              <p:cNvPr id="60" name="Google Shape;60;p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1" name="Google Shape;61;p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2" name="Google Shape;62;p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
        <p:nvSpPr>
          <p:cNvPr id="63" name="Google Shape;63;p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4"/>
        <p:cNvGrpSpPr/>
        <p:nvPr/>
      </p:nvGrpSpPr>
      <p:grpSpPr>
        <a:xfrm>
          <a:off x="0" y="0"/>
          <a:ext cx="0" cy="0"/>
          <a:chOff x="0" y="0"/>
          <a:chExt cx="0" cy="0"/>
        </a:xfrm>
      </p:grpSpPr>
      <p:sp>
        <p:nvSpPr>
          <p:cNvPr id="65" name="Google Shape;65;p7"/>
          <p:cNvSpPr txBox="1">
            <a:spLocks noGrp="1"/>
          </p:cNvSpPr>
          <p:nvPr>
            <p:ph type="title"/>
          </p:nvPr>
        </p:nvSpPr>
        <p:spPr>
          <a:xfrm>
            <a:off x="1041225" y="863700"/>
            <a:ext cx="4436700" cy="1077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6" name="Google Shape;66;p7"/>
          <p:cNvSpPr txBox="1">
            <a:spLocks noGrp="1"/>
          </p:cNvSpPr>
          <p:nvPr>
            <p:ph type="subTitle" idx="1"/>
          </p:nvPr>
        </p:nvSpPr>
        <p:spPr>
          <a:xfrm>
            <a:off x="1041234" y="1924351"/>
            <a:ext cx="40740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atin typeface="Didact Gothic"/>
                <a:ea typeface="Didact Gothic"/>
                <a:cs typeface="Didact Gothic"/>
                <a:sym typeface="Didact Gothic"/>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7" name="Google Shape;67;p7"/>
          <p:cNvSpPr>
            <a:spLocks noGrp="1"/>
          </p:cNvSpPr>
          <p:nvPr>
            <p:ph type="pic" idx="2"/>
          </p:nvPr>
        </p:nvSpPr>
        <p:spPr>
          <a:xfrm>
            <a:off x="5478072" y="918001"/>
            <a:ext cx="2624700" cy="3307500"/>
          </a:xfrm>
          <a:prstGeom prst="roundRect">
            <a:avLst>
              <a:gd name="adj" fmla="val 16667"/>
            </a:avLst>
          </a:prstGeom>
          <a:noFill/>
          <a:ln>
            <a:noFill/>
          </a:ln>
        </p:spPr>
      </p:sp>
      <p:grpSp>
        <p:nvGrpSpPr>
          <p:cNvPr id="68" name="Google Shape;68;p7"/>
          <p:cNvGrpSpPr/>
          <p:nvPr/>
        </p:nvGrpSpPr>
        <p:grpSpPr>
          <a:xfrm>
            <a:off x="-4945912" y="-5120231"/>
            <a:ext cx="19035824" cy="12427278"/>
            <a:chOff x="-4945912" y="-5120231"/>
            <a:chExt cx="19035824" cy="12427278"/>
          </a:xfrm>
        </p:grpSpPr>
        <p:grpSp>
          <p:nvGrpSpPr>
            <p:cNvPr id="69" name="Google Shape;69;p7"/>
            <p:cNvGrpSpPr/>
            <p:nvPr/>
          </p:nvGrpSpPr>
          <p:grpSpPr>
            <a:xfrm>
              <a:off x="4218643" y="-5120231"/>
              <a:ext cx="5735915" cy="5870692"/>
              <a:chOff x="2442960" y="-713814"/>
              <a:chExt cx="5735915" cy="5870692"/>
            </a:xfrm>
          </p:grpSpPr>
          <p:sp>
            <p:nvSpPr>
              <p:cNvPr id="70" name="Google Shape;70;p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1" name="Google Shape;71;p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2" name="Google Shape;72;p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73" name="Google Shape;73;p7"/>
            <p:cNvGrpSpPr/>
            <p:nvPr/>
          </p:nvGrpSpPr>
          <p:grpSpPr>
            <a:xfrm rot="5400000" flipH="1">
              <a:off x="8286609" y="1503744"/>
              <a:ext cx="5735915" cy="5870692"/>
              <a:chOff x="2442960" y="-713814"/>
              <a:chExt cx="5735915" cy="5870692"/>
            </a:xfrm>
          </p:grpSpPr>
          <p:sp>
            <p:nvSpPr>
              <p:cNvPr id="74" name="Google Shape;74;p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5" name="Google Shape;75;p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6" name="Google Shape;76;p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77" name="Google Shape;77;p7"/>
            <p:cNvGrpSpPr/>
            <p:nvPr/>
          </p:nvGrpSpPr>
          <p:grpSpPr>
            <a:xfrm rot="-5400000" flipH="1">
              <a:off x="-4878524" y="817944"/>
              <a:ext cx="5735915" cy="5870692"/>
              <a:chOff x="2442960" y="-713814"/>
              <a:chExt cx="5735915" cy="5870692"/>
            </a:xfrm>
          </p:grpSpPr>
          <p:sp>
            <p:nvSpPr>
              <p:cNvPr id="78" name="Google Shape;78;p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9" name="Google Shape;79;p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0" name="Google Shape;80;p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3" name="Google Shape;83;p8"/>
          <p:cNvGrpSpPr/>
          <p:nvPr/>
        </p:nvGrpSpPr>
        <p:grpSpPr>
          <a:xfrm>
            <a:off x="-4945912" y="-5120231"/>
            <a:ext cx="19035824" cy="12427278"/>
            <a:chOff x="-4945912" y="-5120231"/>
            <a:chExt cx="19035824" cy="12427278"/>
          </a:xfrm>
        </p:grpSpPr>
        <p:grpSp>
          <p:nvGrpSpPr>
            <p:cNvPr id="84" name="Google Shape;84;p8"/>
            <p:cNvGrpSpPr/>
            <p:nvPr/>
          </p:nvGrpSpPr>
          <p:grpSpPr>
            <a:xfrm>
              <a:off x="4218643" y="-5120231"/>
              <a:ext cx="5735915" cy="5870692"/>
              <a:chOff x="2442960" y="-713814"/>
              <a:chExt cx="5735915" cy="5870692"/>
            </a:xfrm>
          </p:grpSpPr>
          <p:sp>
            <p:nvSpPr>
              <p:cNvPr id="85" name="Google Shape;85;p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 name="Google Shape;86;p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 name="Google Shape;87;p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88" name="Google Shape;88;p8"/>
            <p:cNvGrpSpPr/>
            <p:nvPr/>
          </p:nvGrpSpPr>
          <p:grpSpPr>
            <a:xfrm rot="5400000" flipH="1">
              <a:off x="8286609" y="1503744"/>
              <a:ext cx="5735915" cy="5870692"/>
              <a:chOff x="2442960" y="-713814"/>
              <a:chExt cx="5735915" cy="5870692"/>
            </a:xfrm>
          </p:grpSpPr>
          <p:sp>
            <p:nvSpPr>
              <p:cNvPr id="89" name="Google Shape;89;p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0" name="Google Shape;90;p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1" name="Google Shape;91;p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92" name="Google Shape;92;p8"/>
            <p:cNvGrpSpPr/>
            <p:nvPr/>
          </p:nvGrpSpPr>
          <p:grpSpPr>
            <a:xfrm rot="-5400000" flipH="1">
              <a:off x="-4878524" y="817944"/>
              <a:ext cx="5735915" cy="5870692"/>
              <a:chOff x="2442960" y="-713814"/>
              <a:chExt cx="5735915" cy="5870692"/>
            </a:xfrm>
          </p:grpSpPr>
          <p:sp>
            <p:nvSpPr>
              <p:cNvPr id="93" name="Google Shape;93;p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4" name="Google Shape;94;p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5" name="Google Shape;95;p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6"/>
        <p:cNvGrpSpPr/>
        <p:nvPr/>
      </p:nvGrpSpPr>
      <p:grpSpPr>
        <a:xfrm>
          <a:off x="0" y="0"/>
          <a:ext cx="0" cy="0"/>
          <a:chOff x="0" y="0"/>
          <a:chExt cx="0" cy="0"/>
        </a:xfrm>
      </p:grpSpPr>
      <p:sp>
        <p:nvSpPr>
          <p:cNvPr id="97" name="Google Shape;97;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8" name="Google Shape;98;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99" name="Google Shape;99;p9"/>
          <p:cNvGrpSpPr/>
          <p:nvPr/>
        </p:nvGrpSpPr>
        <p:grpSpPr>
          <a:xfrm>
            <a:off x="-4945912" y="-1538831"/>
            <a:ext cx="19035824" cy="11741478"/>
            <a:chOff x="-4945912" y="-1538831"/>
            <a:chExt cx="19035824" cy="11741478"/>
          </a:xfrm>
        </p:grpSpPr>
        <p:grpSp>
          <p:nvGrpSpPr>
            <p:cNvPr id="100" name="Google Shape;100;p9"/>
            <p:cNvGrpSpPr/>
            <p:nvPr/>
          </p:nvGrpSpPr>
          <p:grpSpPr>
            <a:xfrm rot="10800000">
              <a:off x="865843" y="4331956"/>
              <a:ext cx="5735915" cy="5870692"/>
              <a:chOff x="2442960" y="-713814"/>
              <a:chExt cx="5735915" cy="5870692"/>
            </a:xfrm>
          </p:grpSpPr>
          <p:sp>
            <p:nvSpPr>
              <p:cNvPr id="101" name="Google Shape;101;p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2" name="Google Shape;102;p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3" name="Google Shape;103;p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04" name="Google Shape;104;p9"/>
            <p:cNvGrpSpPr/>
            <p:nvPr/>
          </p:nvGrpSpPr>
          <p:grpSpPr>
            <a:xfrm rot="-5400000" flipH="1">
              <a:off x="-4878524" y="-539419"/>
              <a:ext cx="5735915" cy="5870692"/>
              <a:chOff x="2442960" y="-713814"/>
              <a:chExt cx="5735915" cy="5870692"/>
            </a:xfrm>
          </p:grpSpPr>
          <p:sp>
            <p:nvSpPr>
              <p:cNvPr id="105" name="Google Shape;105;p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6" name="Google Shape;106;p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7" name="Google Shape;107;p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08" name="Google Shape;108;p9"/>
            <p:cNvGrpSpPr/>
            <p:nvPr/>
          </p:nvGrpSpPr>
          <p:grpSpPr>
            <a:xfrm rot="5400000" flipH="1">
              <a:off x="8286609" y="-1606219"/>
              <a:ext cx="5735915" cy="5870692"/>
              <a:chOff x="2442960" y="-713814"/>
              <a:chExt cx="5735915" cy="5870692"/>
            </a:xfrm>
          </p:grpSpPr>
          <p:sp>
            <p:nvSpPr>
              <p:cNvPr id="109" name="Google Shape;109;p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 name="Google Shape;110;p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1" name="Google Shape;111;p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2"/>
        <p:cNvGrpSpPr/>
        <p:nvPr/>
      </p:nvGrpSpPr>
      <p:grpSpPr>
        <a:xfrm>
          <a:off x="0" y="0"/>
          <a:ext cx="0" cy="0"/>
          <a:chOff x="0" y="0"/>
          <a:chExt cx="0" cy="0"/>
        </a:xfrm>
      </p:grpSpPr>
      <p:sp>
        <p:nvSpPr>
          <p:cNvPr id="113" name="Google Shape;113;p10"/>
          <p:cNvSpPr>
            <a:spLocks noGrp="1"/>
          </p:cNvSpPr>
          <p:nvPr>
            <p:ph type="pic" idx="2"/>
          </p:nvPr>
        </p:nvSpPr>
        <p:spPr>
          <a:xfrm>
            <a:off x="0" y="0"/>
            <a:ext cx="9144000" cy="5143500"/>
          </a:xfrm>
          <a:prstGeom prst="rect">
            <a:avLst/>
          </a:prstGeom>
          <a:noFill/>
          <a:ln>
            <a:noFill/>
          </a:ln>
        </p:spPr>
      </p:sp>
      <p:sp>
        <p:nvSpPr>
          <p:cNvPr id="114" name="Google Shape;114;p10"/>
          <p:cNvSpPr txBox="1">
            <a:spLocks noGrp="1"/>
          </p:cNvSpPr>
          <p:nvPr>
            <p:ph type="title"/>
          </p:nvPr>
        </p:nvSpPr>
        <p:spPr>
          <a:xfrm>
            <a:off x="1948800" y="4014450"/>
            <a:ext cx="5246400" cy="4416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11"/>
          <p:cNvSpPr txBox="1">
            <a:spLocks noGrp="1"/>
          </p:cNvSpPr>
          <p:nvPr>
            <p:ph type="title" hasCustomPrompt="1"/>
          </p:nvPr>
        </p:nvSpPr>
        <p:spPr>
          <a:xfrm>
            <a:off x="1773000" y="1843875"/>
            <a:ext cx="5598000" cy="1125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7" name="Google Shape;117;p11"/>
          <p:cNvSpPr txBox="1">
            <a:spLocks noGrp="1"/>
          </p:cNvSpPr>
          <p:nvPr>
            <p:ph type="subTitle" idx="1"/>
          </p:nvPr>
        </p:nvSpPr>
        <p:spPr>
          <a:xfrm>
            <a:off x="1773000" y="2873250"/>
            <a:ext cx="5598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atin typeface="Didact Gothic"/>
                <a:ea typeface="Didact Gothic"/>
                <a:cs typeface="Didact Gothic"/>
                <a:sym typeface="Didact Gothic"/>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3733150" y="800101"/>
            <a:ext cx="4051200" cy="111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4"/>
          <p:cNvSpPr txBox="1">
            <a:spLocks noGrp="1"/>
          </p:cNvSpPr>
          <p:nvPr>
            <p:ph type="subTitle" idx="1"/>
          </p:nvPr>
        </p:nvSpPr>
        <p:spPr>
          <a:xfrm>
            <a:off x="3733300" y="1948562"/>
            <a:ext cx="4051200" cy="221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atin typeface="Didact Gothic"/>
                <a:ea typeface="Didact Gothic"/>
                <a:cs typeface="Didact Gothic"/>
                <a:sym typeface="Didact Gothic"/>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grpSp>
        <p:nvGrpSpPr>
          <p:cNvPr id="149" name="Google Shape;149;p14"/>
          <p:cNvGrpSpPr/>
          <p:nvPr/>
        </p:nvGrpSpPr>
        <p:grpSpPr>
          <a:xfrm>
            <a:off x="-4945912" y="-1538831"/>
            <a:ext cx="19035824" cy="11741478"/>
            <a:chOff x="-4945912" y="-1538831"/>
            <a:chExt cx="19035824" cy="11741478"/>
          </a:xfrm>
        </p:grpSpPr>
        <p:grpSp>
          <p:nvGrpSpPr>
            <p:cNvPr id="150" name="Google Shape;150;p14"/>
            <p:cNvGrpSpPr/>
            <p:nvPr/>
          </p:nvGrpSpPr>
          <p:grpSpPr>
            <a:xfrm rot="10800000">
              <a:off x="865843" y="4331956"/>
              <a:ext cx="5735915" cy="5870692"/>
              <a:chOff x="2442960" y="-713814"/>
              <a:chExt cx="5735915" cy="5870692"/>
            </a:xfrm>
          </p:grpSpPr>
          <p:sp>
            <p:nvSpPr>
              <p:cNvPr id="151" name="Google Shape;151;p1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2" name="Google Shape;152;p1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3" name="Google Shape;153;p1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54" name="Google Shape;154;p14"/>
            <p:cNvGrpSpPr/>
            <p:nvPr/>
          </p:nvGrpSpPr>
          <p:grpSpPr>
            <a:xfrm rot="-5400000" flipH="1">
              <a:off x="-4878524" y="-539419"/>
              <a:ext cx="5735915" cy="5870692"/>
              <a:chOff x="2442960" y="-713814"/>
              <a:chExt cx="5735915" cy="5870692"/>
            </a:xfrm>
          </p:grpSpPr>
          <p:sp>
            <p:nvSpPr>
              <p:cNvPr id="155" name="Google Shape;155;p1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6" name="Google Shape;156;p1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7" name="Google Shape;157;p1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58" name="Google Shape;158;p14"/>
            <p:cNvGrpSpPr/>
            <p:nvPr/>
          </p:nvGrpSpPr>
          <p:grpSpPr>
            <a:xfrm rot="5400000" flipH="1">
              <a:off x="8286609" y="-1606219"/>
              <a:ext cx="5735915" cy="5870692"/>
              <a:chOff x="2442960" y="-713814"/>
              <a:chExt cx="5735915" cy="5870692"/>
            </a:xfrm>
          </p:grpSpPr>
          <p:sp>
            <p:nvSpPr>
              <p:cNvPr id="159" name="Google Shape;159;p1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0" name="Google Shape;160;p1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1" name="Google Shape;161;p1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62"/>
        <p:cNvGrpSpPr/>
        <p:nvPr/>
      </p:nvGrpSpPr>
      <p:grpSpPr>
        <a:xfrm>
          <a:off x="0" y="0"/>
          <a:ext cx="0" cy="0"/>
          <a:chOff x="0" y="0"/>
          <a:chExt cx="0" cy="0"/>
        </a:xfrm>
      </p:grpSpPr>
      <p:sp>
        <p:nvSpPr>
          <p:cNvPr id="163" name="Google Shape;163;p15"/>
          <p:cNvSpPr txBox="1">
            <a:spLocks noGrp="1"/>
          </p:cNvSpPr>
          <p:nvPr>
            <p:ph type="title"/>
          </p:nvPr>
        </p:nvSpPr>
        <p:spPr>
          <a:xfrm>
            <a:off x="5741950" y="486925"/>
            <a:ext cx="2598600" cy="1116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4" name="Google Shape;164;p15"/>
          <p:cNvSpPr txBox="1">
            <a:spLocks noGrp="1"/>
          </p:cNvSpPr>
          <p:nvPr>
            <p:ph type="subTitle" idx="1"/>
          </p:nvPr>
        </p:nvSpPr>
        <p:spPr>
          <a:xfrm>
            <a:off x="5741950" y="1511775"/>
            <a:ext cx="2598600" cy="111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5" name="Google Shape;165;p15"/>
          <p:cNvSpPr>
            <a:spLocks noGrp="1"/>
          </p:cNvSpPr>
          <p:nvPr>
            <p:ph type="pic" idx="2"/>
          </p:nvPr>
        </p:nvSpPr>
        <p:spPr>
          <a:xfrm>
            <a:off x="803450" y="539500"/>
            <a:ext cx="2598600" cy="3902100"/>
          </a:xfrm>
          <a:prstGeom prst="roundRect">
            <a:avLst>
              <a:gd name="adj" fmla="val 16667"/>
            </a:avLst>
          </a:prstGeom>
          <a:noFill/>
          <a:ln>
            <a:noFill/>
          </a:ln>
        </p:spPr>
      </p:sp>
      <p:sp>
        <p:nvSpPr>
          <p:cNvPr id="166" name="Google Shape;166;p15"/>
          <p:cNvSpPr>
            <a:spLocks noGrp="1"/>
          </p:cNvSpPr>
          <p:nvPr>
            <p:ph type="pic" idx="3"/>
          </p:nvPr>
        </p:nvSpPr>
        <p:spPr>
          <a:xfrm>
            <a:off x="3559500" y="539500"/>
            <a:ext cx="2025000" cy="2032200"/>
          </a:xfrm>
          <a:prstGeom prst="roundRect">
            <a:avLst>
              <a:gd name="adj" fmla="val 16667"/>
            </a:avLst>
          </a:prstGeom>
          <a:noFill/>
          <a:ln>
            <a:noFill/>
          </a:ln>
        </p:spPr>
      </p:sp>
      <p:sp>
        <p:nvSpPr>
          <p:cNvPr id="167" name="Google Shape;167;p15"/>
          <p:cNvSpPr>
            <a:spLocks noGrp="1"/>
          </p:cNvSpPr>
          <p:nvPr>
            <p:ph type="pic" idx="4"/>
          </p:nvPr>
        </p:nvSpPr>
        <p:spPr>
          <a:xfrm>
            <a:off x="3559500" y="2715075"/>
            <a:ext cx="4740300" cy="1726500"/>
          </a:xfrm>
          <a:prstGeom prst="roundRect">
            <a:avLst>
              <a:gd name="adj" fmla="val 16667"/>
            </a:avLst>
          </a:prstGeom>
          <a:noFill/>
          <a:ln>
            <a:noFill/>
          </a:ln>
        </p:spPr>
      </p:sp>
      <p:grpSp>
        <p:nvGrpSpPr>
          <p:cNvPr id="168" name="Google Shape;168;p15"/>
          <p:cNvGrpSpPr/>
          <p:nvPr/>
        </p:nvGrpSpPr>
        <p:grpSpPr>
          <a:xfrm>
            <a:off x="-4945912" y="-1557881"/>
            <a:ext cx="19078774" cy="11791303"/>
            <a:chOff x="-4945912" y="-1557881"/>
            <a:chExt cx="19078774" cy="11791303"/>
          </a:xfrm>
        </p:grpSpPr>
        <p:grpSp>
          <p:nvGrpSpPr>
            <p:cNvPr id="169" name="Google Shape;169;p15"/>
            <p:cNvGrpSpPr/>
            <p:nvPr/>
          </p:nvGrpSpPr>
          <p:grpSpPr>
            <a:xfrm rot="10800000" flipH="1">
              <a:off x="1506468" y="4362731"/>
              <a:ext cx="5735915" cy="5870692"/>
              <a:chOff x="2442960" y="-713814"/>
              <a:chExt cx="5735915" cy="5870692"/>
            </a:xfrm>
          </p:grpSpPr>
          <p:sp>
            <p:nvSpPr>
              <p:cNvPr id="170" name="Google Shape;170;p1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1" name="Google Shape;171;p1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2" name="Google Shape;172;p1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73" name="Google Shape;173;p15"/>
            <p:cNvGrpSpPr/>
            <p:nvPr/>
          </p:nvGrpSpPr>
          <p:grpSpPr>
            <a:xfrm rot="5400000" flipH="1">
              <a:off x="8329559" y="180356"/>
              <a:ext cx="5735915" cy="5870692"/>
              <a:chOff x="2442960" y="-713814"/>
              <a:chExt cx="5735915" cy="5870692"/>
            </a:xfrm>
          </p:grpSpPr>
          <p:sp>
            <p:nvSpPr>
              <p:cNvPr id="174" name="Google Shape;174;p1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5" name="Google Shape;175;p1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6" name="Google Shape;176;p1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77" name="Google Shape;177;p15"/>
            <p:cNvGrpSpPr/>
            <p:nvPr/>
          </p:nvGrpSpPr>
          <p:grpSpPr>
            <a:xfrm rot="-5400000">
              <a:off x="-4878524" y="-1625269"/>
              <a:ext cx="5735915" cy="5870692"/>
              <a:chOff x="2442960" y="-713814"/>
              <a:chExt cx="5735915" cy="5870692"/>
            </a:xfrm>
          </p:grpSpPr>
          <p:sp>
            <p:nvSpPr>
              <p:cNvPr id="178" name="Google Shape;178;p1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9" name="Google Shape;179;p1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0" name="Google Shape;180;p1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6_1">
    <p:spTree>
      <p:nvGrpSpPr>
        <p:cNvPr id="1" name="Shape 181"/>
        <p:cNvGrpSpPr/>
        <p:nvPr/>
      </p:nvGrpSpPr>
      <p:grpSpPr>
        <a:xfrm>
          <a:off x="0" y="0"/>
          <a:ext cx="0" cy="0"/>
          <a:chOff x="0" y="0"/>
          <a:chExt cx="0" cy="0"/>
        </a:xfrm>
      </p:grpSpPr>
      <p:sp>
        <p:nvSpPr>
          <p:cNvPr id="182" name="Google Shape;182;p1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3" name="Google Shape;183;p16"/>
          <p:cNvSpPr txBox="1">
            <a:spLocks noGrp="1"/>
          </p:cNvSpPr>
          <p:nvPr>
            <p:ph type="body" idx="1"/>
          </p:nvPr>
        </p:nvSpPr>
        <p:spPr>
          <a:xfrm>
            <a:off x="720000" y="987150"/>
            <a:ext cx="3852000" cy="36168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atin typeface="Didact Gothic"/>
                <a:ea typeface="Didact Gothic"/>
                <a:cs typeface="Didact Gothic"/>
                <a:sym typeface="Didact Gothic"/>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184" name="Google Shape;184;p16"/>
          <p:cNvSpPr txBox="1">
            <a:spLocks noGrp="1"/>
          </p:cNvSpPr>
          <p:nvPr>
            <p:ph type="body" idx="2"/>
          </p:nvPr>
        </p:nvSpPr>
        <p:spPr>
          <a:xfrm>
            <a:off x="4572000" y="987150"/>
            <a:ext cx="3852000" cy="36168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atin typeface="Didact Gothic"/>
                <a:ea typeface="Didact Gothic"/>
                <a:cs typeface="Didact Gothic"/>
                <a:sym typeface="Didact Gothic"/>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85" name="Google Shape;185;p16"/>
          <p:cNvGrpSpPr/>
          <p:nvPr/>
        </p:nvGrpSpPr>
        <p:grpSpPr>
          <a:xfrm>
            <a:off x="-4945912" y="-5120231"/>
            <a:ext cx="19035824" cy="12427278"/>
            <a:chOff x="-4945912" y="-5120231"/>
            <a:chExt cx="19035824" cy="12427278"/>
          </a:xfrm>
        </p:grpSpPr>
        <p:grpSp>
          <p:nvGrpSpPr>
            <p:cNvPr id="186" name="Google Shape;186;p16"/>
            <p:cNvGrpSpPr/>
            <p:nvPr/>
          </p:nvGrpSpPr>
          <p:grpSpPr>
            <a:xfrm>
              <a:off x="4218643" y="-5120231"/>
              <a:ext cx="5735915" cy="5870692"/>
              <a:chOff x="2442960" y="-713814"/>
              <a:chExt cx="5735915" cy="5870692"/>
            </a:xfrm>
          </p:grpSpPr>
          <p:sp>
            <p:nvSpPr>
              <p:cNvPr id="187" name="Google Shape;187;p1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8" name="Google Shape;188;p1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9" name="Google Shape;189;p1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90" name="Google Shape;190;p16"/>
            <p:cNvGrpSpPr/>
            <p:nvPr/>
          </p:nvGrpSpPr>
          <p:grpSpPr>
            <a:xfrm rot="5400000" flipH="1">
              <a:off x="8286609" y="1503744"/>
              <a:ext cx="5735915" cy="5870692"/>
              <a:chOff x="2442960" y="-713814"/>
              <a:chExt cx="5735915" cy="5870692"/>
            </a:xfrm>
          </p:grpSpPr>
          <p:sp>
            <p:nvSpPr>
              <p:cNvPr id="191" name="Google Shape;191;p1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2" name="Google Shape;192;p1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3" name="Google Shape;193;p1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94" name="Google Shape;194;p16"/>
            <p:cNvGrpSpPr/>
            <p:nvPr/>
          </p:nvGrpSpPr>
          <p:grpSpPr>
            <a:xfrm rot="-5400000" flipH="1">
              <a:off x="-4878524" y="817944"/>
              <a:ext cx="5735915" cy="5870692"/>
              <a:chOff x="2442960" y="-713814"/>
              <a:chExt cx="5735915" cy="5870692"/>
            </a:xfrm>
          </p:grpSpPr>
          <p:sp>
            <p:nvSpPr>
              <p:cNvPr id="195" name="Google Shape;195;p16"/>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6" name="Google Shape;196;p16"/>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7" name="Google Shape;197;p16"/>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0" name="Google Shape;200;p17"/>
          <p:cNvSpPr txBox="1">
            <a:spLocks noGrp="1"/>
          </p:cNvSpPr>
          <p:nvPr>
            <p:ph type="subTitle" idx="1"/>
          </p:nvPr>
        </p:nvSpPr>
        <p:spPr>
          <a:xfrm>
            <a:off x="971562" y="2611800"/>
            <a:ext cx="2256600" cy="16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17"/>
          <p:cNvSpPr txBox="1">
            <a:spLocks noGrp="1"/>
          </p:cNvSpPr>
          <p:nvPr>
            <p:ph type="subTitle" idx="2"/>
          </p:nvPr>
        </p:nvSpPr>
        <p:spPr>
          <a:xfrm>
            <a:off x="3443700" y="2611799"/>
            <a:ext cx="2256600" cy="16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17"/>
          <p:cNvSpPr txBox="1">
            <a:spLocks noGrp="1"/>
          </p:cNvSpPr>
          <p:nvPr>
            <p:ph type="subTitle" idx="3"/>
          </p:nvPr>
        </p:nvSpPr>
        <p:spPr>
          <a:xfrm>
            <a:off x="5915837" y="2611799"/>
            <a:ext cx="2256600" cy="16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17"/>
          <p:cNvSpPr txBox="1">
            <a:spLocks noGrp="1"/>
          </p:cNvSpPr>
          <p:nvPr>
            <p:ph type="subTitle" idx="4"/>
          </p:nvPr>
        </p:nvSpPr>
        <p:spPr>
          <a:xfrm>
            <a:off x="971563" y="2035550"/>
            <a:ext cx="22566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4" name="Google Shape;204;p17"/>
          <p:cNvSpPr txBox="1">
            <a:spLocks noGrp="1"/>
          </p:cNvSpPr>
          <p:nvPr>
            <p:ph type="subTitle" idx="5"/>
          </p:nvPr>
        </p:nvSpPr>
        <p:spPr>
          <a:xfrm>
            <a:off x="3443700" y="2035550"/>
            <a:ext cx="22566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5" name="Google Shape;205;p17"/>
          <p:cNvSpPr txBox="1">
            <a:spLocks noGrp="1"/>
          </p:cNvSpPr>
          <p:nvPr>
            <p:ph type="subTitle" idx="6"/>
          </p:nvPr>
        </p:nvSpPr>
        <p:spPr>
          <a:xfrm>
            <a:off x="5915838" y="2035550"/>
            <a:ext cx="22566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06" name="Google Shape;206;p17"/>
          <p:cNvGrpSpPr/>
          <p:nvPr/>
        </p:nvGrpSpPr>
        <p:grpSpPr>
          <a:xfrm>
            <a:off x="-4945912" y="-1557881"/>
            <a:ext cx="19078774" cy="11791303"/>
            <a:chOff x="-4945912" y="-1557881"/>
            <a:chExt cx="19078774" cy="11791303"/>
          </a:xfrm>
        </p:grpSpPr>
        <p:grpSp>
          <p:nvGrpSpPr>
            <p:cNvPr id="207" name="Google Shape;207;p17"/>
            <p:cNvGrpSpPr/>
            <p:nvPr/>
          </p:nvGrpSpPr>
          <p:grpSpPr>
            <a:xfrm rot="10800000" flipH="1">
              <a:off x="1506468" y="4362731"/>
              <a:ext cx="5735915" cy="5870692"/>
              <a:chOff x="2442960" y="-713814"/>
              <a:chExt cx="5735915" cy="5870692"/>
            </a:xfrm>
          </p:grpSpPr>
          <p:sp>
            <p:nvSpPr>
              <p:cNvPr id="208" name="Google Shape;208;p1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9" name="Google Shape;209;p1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0" name="Google Shape;210;p1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11" name="Google Shape;211;p17"/>
            <p:cNvGrpSpPr/>
            <p:nvPr/>
          </p:nvGrpSpPr>
          <p:grpSpPr>
            <a:xfrm rot="5400000" flipH="1">
              <a:off x="8329559" y="180356"/>
              <a:ext cx="5735915" cy="5870692"/>
              <a:chOff x="2442960" y="-713814"/>
              <a:chExt cx="5735915" cy="5870692"/>
            </a:xfrm>
          </p:grpSpPr>
          <p:sp>
            <p:nvSpPr>
              <p:cNvPr id="212" name="Google Shape;212;p1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3" name="Google Shape;213;p1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4" name="Google Shape;214;p1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15" name="Google Shape;215;p17"/>
            <p:cNvGrpSpPr/>
            <p:nvPr/>
          </p:nvGrpSpPr>
          <p:grpSpPr>
            <a:xfrm rot="-5400000">
              <a:off x="-4878524" y="-1625269"/>
              <a:ext cx="5735915" cy="5870692"/>
              <a:chOff x="2442960" y="-713814"/>
              <a:chExt cx="5735915" cy="5870692"/>
            </a:xfrm>
          </p:grpSpPr>
          <p:sp>
            <p:nvSpPr>
              <p:cNvPr id="216" name="Google Shape;216;p17"/>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7" name="Google Shape;217;p17"/>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8" name="Google Shape;218;p17"/>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19"/>
        <p:cNvGrpSpPr/>
        <p:nvPr/>
      </p:nvGrpSpPr>
      <p:grpSpPr>
        <a:xfrm>
          <a:off x="0" y="0"/>
          <a:ext cx="0" cy="0"/>
          <a:chOff x="0" y="0"/>
          <a:chExt cx="0" cy="0"/>
        </a:xfrm>
      </p:grpSpPr>
      <p:sp>
        <p:nvSpPr>
          <p:cNvPr id="220" name="Google Shape;220;p18"/>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1" name="Google Shape;221;p18"/>
          <p:cNvSpPr txBox="1">
            <a:spLocks noGrp="1"/>
          </p:cNvSpPr>
          <p:nvPr>
            <p:ph type="subTitle" idx="1"/>
          </p:nvPr>
        </p:nvSpPr>
        <p:spPr>
          <a:xfrm>
            <a:off x="840573" y="1539918"/>
            <a:ext cx="37197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2" name="Google Shape;222;p18"/>
          <p:cNvSpPr txBox="1">
            <a:spLocks noGrp="1"/>
          </p:cNvSpPr>
          <p:nvPr>
            <p:ph type="subTitle" idx="2"/>
          </p:nvPr>
        </p:nvSpPr>
        <p:spPr>
          <a:xfrm>
            <a:off x="4583727" y="1539918"/>
            <a:ext cx="37197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3" name="Google Shape;223;p18"/>
          <p:cNvSpPr txBox="1">
            <a:spLocks noGrp="1"/>
          </p:cNvSpPr>
          <p:nvPr>
            <p:ph type="subTitle" idx="3"/>
          </p:nvPr>
        </p:nvSpPr>
        <p:spPr>
          <a:xfrm>
            <a:off x="840573" y="3342818"/>
            <a:ext cx="37197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4" name="Google Shape;224;p18"/>
          <p:cNvSpPr txBox="1">
            <a:spLocks noGrp="1"/>
          </p:cNvSpPr>
          <p:nvPr>
            <p:ph type="subTitle" idx="4"/>
          </p:nvPr>
        </p:nvSpPr>
        <p:spPr>
          <a:xfrm>
            <a:off x="4583727" y="3342818"/>
            <a:ext cx="37197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5" name="Google Shape;225;p18"/>
          <p:cNvSpPr txBox="1">
            <a:spLocks noGrp="1"/>
          </p:cNvSpPr>
          <p:nvPr>
            <p:ph type="subTitle" idx="5"/>
          </p:nvPr>
        </p:nvSpPr>
        <p:spPr>
          <a:xfrm>
            <a:off x="840573" y="1177868"/>
            <a:ext cx="3719700" cy="44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6" name="Google Shape;226;p18"/>
          <p:cNvSpPr txBox="1">
            <a:spLocks noGrp="1"/>
          </p:cNvSpPr>
          <p:nvPr>
            <p:ph type="subTitle" idx="6"/>
          </p:nvPr>
        </p:nvSpPr>
        <p:spPr>
          <a:xfrm>
            <a:off x="840573" y="2980993"/>
            <a:ext cx="3719700" cy="44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7" name="Google Shape;227;p18"/>
          <p:cNvSpPr txBox="1">
            <a:spLocks noGrp="1"/>
          </p:cNvSpPr>
          <p:nvPr>
            <p:ph type="subTitle" idx="7"/>
          </p:nvPr>
        </p:nvSpPr>
        <p:spPr>
          <a:xfrm>
            <a:off x="4583698" y="1177868"/>
            <a:ext cx="3719700" cy="44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8" name="Google Shape;228;p18"/>
          <p:cNvSpPr txBox="1">
            <a:spLocks noGrp="1"/>
          </p:cNvSpPr>
          <p:nvPr>
            <p:ph type="subTitle" idx="8"/>
          </p:nvPr>
        </p:nvSpPr>
        <p:spPr>
          <a:xfrm>
            <a:off x="4583698" y="2980993"/>
            <a:ext cx="3719700" cy="44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29" name="Google Shape;229;p18"/>
          <p:cNvGrpSpPr/>
          <p:nvPr/>
        </p:nvGrpSpPr>
        <p:grpSpPr>
          <a:xfrm>
            <a:off x="-4945912" y="-5120231"/>
            <a:ext cx="19035824" cy="12427278"/>
            <a:chOff x="-4945912" y="-5120231"/>
            <a:chExt cx="19035824" cy="12427278"/>
          </a:xfrm>
        </p:grpSpPr>
        <p:grpSp>
          <p:nvGrpSpPr>
            <p:cNvPr id="230" name="Google Shape;230;p18"/>
            <p:cNvGrpSpPr/>
            <p:nvPr/>
          </p:nvGrpSpPr>
          <p:grpSpPr>
            <a:xfrm>
              <a:off x="4218643" y="-5120231"/>
              <a:ext cx="5735915" cy="5870692"/>
              <a:chOff x="2442960" y="-713814"/>
              <a:chExt cx="5735915" cy="5870692"/>
            </a:xfrm>
          </p:grpSpPr>
          <p:sp>
            <p:nvSpPr>
              <p:cNvPr id="231" name="Google Shape;231;p1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2" name="Google Shape;232;p1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3" name="Google Shape;233;p1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34" name="Google Shape;234;p18"/>
            <p:cNvGrpSpPr/>
            <p:nvPr/>
          </p:nvGrpSpPr>
          <p:grpSpPr>
            <a:xfrm rot="5400000" flipH="1">
              <a:off x="8286609" y="1503744"/>
              <a:ext cx="5735915" cy="5870692"/>
              <a:chOff x="2442960" y="-713814"/>
              <a:chExt cx="5735915" cy="5870692"/>
            </a:xfrm>
          </p:grpSpPr>
          <p:sp>
            <p:nvSpPr>
              <p:cNvPr id="235" name="Google Shape;235;p1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6" name="Google Shape;236;p1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7" name="Google Shape;237;p1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38" name="Google Shape;238;p18"/>
            <p:cNvGrpSpPr/>
            <p:nvPr/>
          </p:nvGrpSpPr>
          <p:grpSpPr>
            <a:xfrm rot="-5400000" flipH="1">
              <a:off x="-4878524" y="817944"/>
              <a:ext cx="5735915" cy="5870692"/>
              <a:chOff x="2442960" y="-713814"/>
              <a:chExt cx="5735915" cy="5870692"/>
            </a:xfrm>
          </p:grpSpPr>
          <p:sp>
            <p:nvSpPr>
              <p:cNvPr id="239" name="Google Shape;239;p1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0" name="Google Shape;240;p1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1" name="Google Shape;241;p1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4" name="Google Shape;244;p19"/>
          <p:cNvSpPr txBox="1">
            <a:spLocks noGrp="1"/>
          </p:cNvSpPr>
          <p:nvPr>
            <p:ph type="subTitle" idx="1"/>
          </p:nvPr>
        </p:nvSpPr>
        <p:spPr>
          <a:xfrm>
            <a:off x="986088" y="1568039"/>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5" name="Google Shape;245;p19"/>
          <p:cNvSpPr txBox="1">
            <a:spLocks noGrp="1"/>
          </p:cNvSpPr>
          <p:nvPr>
            <p:ph type="subTitle" idx="2"/>
          </p:nvPr>
        </p:nvSpPr>
        <p:spPr>
          <a:xfrm>
            <a:off x="3466050" y="1568039"/>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6" name="Google Shape;246;p19"/>
          <p:cNvSpPr txBox="1">
            <a:spLocks noGrp="1"/>
          </p:cNvSpPr>
          <p:nvPr>
            <p:ph type="subTitle" idx="3"/>
          </p:nvPr>
        </p:nvSpPr>
        <p:spPr>
          <a:xfrm>
            <a:off x="986088" y="3254418"/>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7" name="Google Shape;247;p19"/>
          <p:cNvSpPr txBox="1">
            <a:spLocks noGrp="1"/>
          </p:cNvSpPr>
          <p:nvPr>
            <p:ph type="subTitle" idx="4"/>
          </p:nvPr>
        </p:nvSpPr>
        <p:spPr>
          <a:xfrm>
            <a:off x="3466050" y="3254418"/>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8" name="Google Shape;248;p19"/>
          <p:cNvSpPr txBox="1">
            <a:spLocks noGrp="1"/>
          </p:cNvSpPr>
          <p:nvPr>
            <p:ph type="subTitle" idx="5"/>
          </p:nvPr>
        </p:nvSpPr>
        <p:spPr>
          <a:xfrm>
            <a:off x="5946012" y="1568039"/>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9" name="Google Shape;249;p19"/>
          <p:cNvSpPr txBox="1">
            <a:spLocks noGrp="1"/>
          </p:cNvSpPr>
          <p:nvPr>
            <p:ph type="subTitle" idx="6"/>
          </p:nvPr>
        </p:nvSpPr>
        <p:spPr>
          <a:xfrm>
            <a:off x="5946012" y="3254418"/>
            <a:ext cx="22119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0" name="Google Shape;250;p19"/>
          <p:cNvSpPr txBox="1">
            <a:spLocks noGrp="1"/>
          </p:cNvSpPr>
          <p:nvPr>
            <p:ph type="subTitle" idx="7"/>
          </p:nvPr>
        </p:nvSpPr>
        <p:spPr>
          <a:xfrm>
            <a:off x="986088" y="1194154"/>
            <a:ext cx="22119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1" name="Google Shape;251;p19"/>
          <p:cNvSpPr txBox="1">
            <a:spLocks noGrp="1"/>
          </p:cNvSpPr>
          <p:nvPr>
            <p:ph type="subTitle" idx="8"/>
          </p:nvPr>
        </p:nvSpPr>
        <p:spPr>
          <a:xfrm>
            <a:off x="3466050" y="1194154"/>
            <a:ext cx="2209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2" name="Google Shape;252;p19"/>
          <p:cNvSpPr txBox="1">
            <a:spLocks noGrp="1"/>
          </p:cNvSpPr>
          <p:nvPr>
            <p:ph type="subTitle" idx="9"/>
          </p:nvPr>
        </p:nvSpPr>
        <p:spPr>
          <a:xfrm>
            <a:off x="5946012" y="1194154"/>
            <a:ext cx="2209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3" name="Google Shape;253;p19"/>
          <p:cNvSpPr txBox="1">
            <a:spLocks noGrp="1"/>
          </p:cNvSpPr>
          <p:nvPr>
            <p:ph type="subTitle" idx="13"/>
          </p:nvPr>
        </p:nvSpPr>
        <p:spPr>
          <a:xfrm>
            <a:off x="986088" y="2877315"/>
            <a:ext cx="22119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4" name="Google Shape;254;p19"/>
          <p:cNvSpPr txBox="1">
            <a:spLocks noGrp="1"/>
          </p:cNvSpPr>
          <p:nvPr>
            <p:ph type="subTitle" idx="14"/>
          </p:nvPr>
        </p:nvSpPr>
        <p:spPr>
          <a:xfrm>
            <a:off x="3466050" y="2877320"/>
            <a:ext cx="2209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5" name="Google Shape;255;p19"/>
          <p:cNvSpPr txBox="1">
            <a:spLocks noGrp="1"/>
          </p:cNvSpPr>
          <p:nvPr>
            <p:ph type="subTitle" idx="15"/>
          </p:nvPr>
        </p:nvSpPr>
        <p:spPr>
          <a:xfrm>
            <a:off x="5946012" y="2877320"/>
            <a:ext cx="2209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56" name="Google Shape;256;p19"/>
          <p:cNvGrpSpPr/>
          <p:nvPr/>
        </p:nvGrpSpPr>
        <p:grpSpPr>
          <a:xfrm>
            <a:off x="-4945912" y="-1538831"/>
            <a:ext cx="19035824" cy="11741478"/>
            <a:chOff x="-4945912" y="-1538831"/>
            <a:chExt cx="19035824" cy="11741478"/>
          </a:xfrm>
        </p:grpSpPr>
        <p:grpSp>
          <p:nvGrpSpPr>
            <p:cNvPr id="257" name="Google Shape;257;p19"/>
            <p:cNvGrpSpPr/>
            <p:nvPr/>
          </p:nvGrpSpPr>
          <p:grpSpPr>
            <a:xfrm rot="10800000">
              <a:off x="865843" y="4331956"/>
              <a:ext cx="5735915" cy="5870692"/>
              <a:chOff x="2442960" y="-713814"/>
              <a:chExt cx="5735915" cy="5870692"/>
            </a:xfrm>
          </p:grpSpPr>
          <p:sp>
            <p:nvSpPr>
              <p:cNvPr id="258" name="Google Shape;258;p1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9" name="Google Shape;259;p1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0" name="Google Shape;260;p1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61" name="Google Shape;261;p19"/>
            <p:cNvGrpSpPr/>
            <p:nvPr/>
          </p:nvGrpSpPr>
          <p:grpSpPr>
            <a:xfrm rot="-5400000" flipH="1">
              <a:off x="-4878524" y="-539419"/>
              <a:ext cx="5735915" cy="5870692"/>
              <a:chOff x="2442960" y="-713814"/>
              <a:chExt cx="5735915" cy="5870692"/>
            </a:xfrm>
          </p:grpSpPr>
          <p:sp>
            <p:nvSpPr>
              <p:cNvPr id="262" name="Google Shape;262;p1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3" name="Google Shape;263;p1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4" name="Google Shape;264;p1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65" name="Google Shape;265;p19"/>
            <p:cNvGrpSpPr/>
            <p:nvPr/>
          </p:nvGrpSpPr>
          <p:grpSpPr>
            <a:xfrm rot="5400000" flipH="1">
              <a:off x="8286609" y="-1606219"/>
              <a:ext cx="5735915" cy="5870692"/>
              <a:chOff x="2442960" y="-713814"/>
              <a:chExt cx="5735915" cy="5870692"/>
            </a:xfrm>
          </p:grpSpPr>
          <p:sp>
            <p:nvSpPr>
              <p:cNvPr id="266" name="Google Shape;266;p1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7" name="Google Shape;267;p1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8" name="Google Shape;268;p1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7_1">
    <p:spTree>
      <p:nvGrpSpPr>
        <p:cNvPr id="1" name="Shape 269"/>
        <p:cNvGrpSpPr/>
        <p:nvPr/>
      </p:nvGrpSpPr>
      <p:grpSpPr>
        <a:xfrm>
          <a:off x="0" y="0"/>
          <a:ext cx="0" cy="0"/>
          <a:chOff x="0" y="0"/>
          <a:chExt cx="0" cy="0"/>
        </a:xfrm>
      </p:grpSpPr>
      <p:sp>
        <p:nvSpPr>
          <p:cNvPr id="270" name="Google Shape;270;p20"/>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71" name="Google Shape;271;p20"/>
          <p:cNvGrpSpPr/>
          <p:nvPr/>
        </p:nvGrpSpPr>
        <p:grpSpPr>
          <a:xfrm>
            <a:off x="-4945912" y="-1557881"/>
            <a:ext cx="19078774" cy="11791303"/>
            <a:chOff x="-4945912" y="-1557881"/>
            <a:chExt cx="19078774" cy="11791303"/>
          </a:xfrm>
        </p:grpSpPr>
        <p:grpSp>
          <p:nvGrpSpPr>
            <p:cNvPr id="272" name="Google Shape;272;p20"/>
            <p:cNvGrpSpPr/>
            <p:nvPr/>
          </p:nvGrpSpPr>
          <p:grpSpPr>
            <a:xfrm rot="10800000" flipH="1">
              <a:off x="1506468" y="4362731"/>
              <a:ext cx="5735915" cy="5870692"/>
              <a:chOff x="2442960" y="-713814"/>
              <a:chExt cx="5735915" cy="5870692"/>
            </a:xfrm>
          </p:grpSpPr>
          <p:sp>
            <p:nvSpPr>
              <p:cNvPr id="273" name="Google Shape;273;p20"/>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4" name="Google Shape;274;p20"/>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5" name="Google Shape;275;p20"/>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76" name="Google Shape;276;p20"/>
            <p:cNvGrpSpPr/>
            <p:nvPr/>
          </p:nvGrpSpPr>
          <p:grpSpPr>
            <a:xfrm rot="5400000" flipH="1">
              <a:off x="8329559" y="180356"/>
              <a:ext cx="5735915" cy="5870692"/>
              <a:chOff x="2442960" y="-713814"/>
              <a:chExt cx="5735915" cy="5870692"/>
            </a:xfrm>
          </p:grpSpPr>
          <p:sp>
            <p:nvSpPr>
              <p:cNvPr id="277" name="Google Shape;277;p20"/>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8" name="Google Shape;278;p20"/>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9" name="Google Shape;279;p20"/>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80" name="Google Shape;280;p20"/>
            <p:cNvGrpSpPr/>
            <p:nvPr/>
          </p:nvGrpSpPr>
          <p:grpSpPr>
            <a:xfrm rot="-5400000">
              <a:off x="-4878524" y="-1625269"/>
              <a:ext cx="5735915" cy="5870692"/>
              <a:chOff x="2442960" y="-713814"/>
              <a:chExt cx="5735915" cy="5870692"/>
            </a:xfrm>
          </p:grpSpPr>
          <p:sp>
            <p:nvSpPr>
              <p:cNvPr id="281" name="Google Shape;281;p20"/>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2" name="Google Shape;282;p20"/>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3" name="Google Shape;283;p20"/>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7_1_1">
    <p:spTree>
      <p:nvGrpSpPr>
        <p:cNvPr id="1" name="Shape 284"/>
        <p:cNvGrpSpPr/>
        <p:nvPr/>
      </p:nvGrpSpPr>
      <p:grpSpPr>
        <a:xfrm>
          <a:off x="0" y="0"/>
          <a:ext cx="0" cy="0"/>
          <a:chOff x="0" y="0"/>
          <a:chExt cx="0" cy="0"/>
        </a:xfrm>
      </p:grpSpPr>
      <p:sp>
        <p:nvSpPr>
          <p:cNvPr id="285" name="Google Shape;285;p21"/>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86" name="Google Shape;286;p21"/>
          <p:cNvGrpSpPr/>
          <p:nvPr/>
        </p:nvGrpSpPr>
        <p:grpSpPr>
          <a:xfrm>
            <a:off x="-4945912" y="-5120231"/>
            <a:ext cx="19035824" cy="11741478"/>
            <a:chOff x="-4945912" y="-5120231"/>
            <a:chExt cx="19035824" cy="11741478"/>
          </a:xfrm>
        </p:grpSpPr>
        <p:grpSp>
          <p:nvGrpSpPr>
            <p:cNvPr id="287" name="Google Shape;287;p21"/>
            <p:cNvGrpSpPr/>
            <p:nvPr/>
          </p:nvGrpSpPr>
          <p:grpSpPr>
            <a:xfrm>
              <a:off x="4218643" y="-5120231"/>
              <a:ext cx="5735915" cy="5870692"/>
              <a:chOff x="2442960" y="-713814"/>
              <a:chExt cx="5735915" cy="5870692"/>
            </a:xfrm>
          </p:grpSpPr>
          <p:sp>
            <p:nvSpPr>
              <p:cNvPr id="288" name="Google Shape;288;p21"/>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9" name="Google Shape;289;p21"/>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0" name="Google Shape;290;p21"/>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91" name="Google Shape;291;p21"/>
            <p:cNvGrpSpPr/>
            <p:nvPr/>
          </p:nvGrpSpPr>
          <p:grpSpPr>
            <a:xfrm rot="5400000">
              <a:off x="8286609" y="589344"/>
              <a:ext cx="5735915" cy="5870692"/>
              <a:chOff x="2442960" y="-713814"/>
              <a:chExt cx="5735915" cy="5870692"/>
            </a:xfrm>
          </p:grpSpPr>
          <p:sp>
            <p:nvSpPr>
              <p:cNvPr id="292" name="Google Shape;292;p21"/>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3" name="Google Shape;293;p21"/>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4" name="Google Shape;294;p21"/>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95" name="Google Shape;295;p21"/>
            <p:cNvGrpSpPr/>
            <p:nvPr/>
          </p:nvGrpSpPr>
          <p:grpSpPr>
            <a:xfrm rot="-5400000" flipH="1">
              <a:off x="-4878524" y="817944"/>
              <a:ext cx="5735915" cy="5870692"/>
              <a:chOff x="2442960" y="-713814"/>
              <a:chExt cx="5735915" cy="5870692"/>
            </a:xfrm>
          </p:grpSpPr>
          <p:sp>
            <p:nvSpPr>
              <p:cNvPr id="296" name="Google Shape;296;p21"/>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7" name="Google Shape;297;p21"/>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8" name="Google Shape;298;p21"/>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99"/>
        <p:cNvGrpSpPr/>
        <p:nvPr/>
      </p:nvGrpSpPr>
      <p:grpSpPr>
        <a:xfrm>
          <a:off x="0" y="0"/>
          <a:ext cx="0" cy="0"/>
          <a:chOff x="0" y="0"/>
          <a:chExt cx="0" cy="0"/>
        </a:xfrm>
      </p:grpSpPr>
      <p:sp>
        <p:nvSpPr>
          <p:cNvPr id="300" name="Google Shape;300;p22"/>
          <p:cNvSpPr txBox="1">
            <a:spLocks noGrp="1"/>
          </p:cNvSpPr>
          <p:nvPr>
            <p:ph type="title" hasCustomPrompt="1"/>
          </p:nvPr>
        </p:nvSpPr>
        <p:spPr>
          <a:xfrm>
            <a:off x="874581" y="2722733"/>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1" name="Google Shape;301;p22"/>
          <p:cNvSpPr txBox="1">
            <a:spLocks noGrp="1"/>
          </p:cNvSpPr>
          <p:nvPr>
            <p:ph type="subTitle" idx="1"/>
          </p:nvPr>
        </p:nvSpPr>
        <p:spPr>
          <a:xfrm>
            <a:off x="874594" y="3405453"/>
            <a:ext cx="3492600" cy="42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600">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302" name="Google Shape;302;p22"/>
          <p:cNvSpPr txBox="1">
            <a:spLocks noGrp="1"/>
          </p:cNvSpPr>
          <p:nvPr>
            <p:ph type="title" idx="2" hasCustomPrompt="1"/>
          </p:nvPr>
        </p:nvSpPr>
        <p:spPr>
          <a:xfrm>
            <a:off x="2825700" y="1316547"/>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3" name="Google Shape;303;p22"/>
          <p:cNvSpPr txBox="1">
            <a:spLocks noGrp="1"/>
          </p:cNvSpPr>
          <p:nvPr>
            <p:ph type="subTitle" idx="3"/>
          </p:nvPr>
        </p:nvSpPr>
        <p:spPr>
          <a:xfrm>
            <a:off x="2825700" y="1999254"/>
            <a:ext cx="3492600" cy="42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600">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304" name="Google Shape;304;p22"/>
          <p:cNvSpPr txBox="1">
            <a:spLocks noGrp="1"/>
          </p:cNvSpPr>
          <p:nvPr>
            <p:ph type="title" idx="4" hasCustomPrompt="1"/>
          </p:nvPr>
        </p:nvSpPr>
        <p:spPr>
          <a:xfrm>
            <a:off x="4776806" y="2722733"/>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5" name="Google Shape;305;p22"/>
          <p:cNvSpPr txBox="1">
            <a:spLocks noGrp="1"/>
          </p:cNvSpPr>
          <p:nvPr>
            <p:ph type="subTitle" idx="5"/>
          </p:nvPr>
        </p:nvSpPr>
        <p:spPr>
          <a:xfrm>
            <a:off x="4776819" y="3405453"/>
            <a:ext cx="3492600" cy="42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600">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306" name="Google Shape;306;p22"/>
          <p:cNvGrpSpPr/>
          <p:nvPr/>
        </p:nvGrpSpPr>
        <p:grpSpPr>
          <a:xfrm rot="10800000">
            <a:off x="-2164105" y="3979352"/>
            <a:ext cx="8045194" cy="8234233"/>
            <a:chOff x="2442960" y="-713814"/>
            <a:chExt cx="5735915" cy="5870692"/>
          </a:xfrm>
        </p:grpSpPr>
        <p:sp>
          <p:nvSpPr>
            <p:cNvPr id="307" name="Google Shape;307;p22"/>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8" name="Google Shape;308;p22"/>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9" name="Google Shape;309;p22"/>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10"/>
        <p:cNvGrpSpPr/>
        <p:nvPr/>
      </p:nvGrpSpPr>
      <p:grpSpPr>
        <a:xfrm>
          <a:off x="0" y="0"/>
          <a:ext cx="0" cy="0"/>
          <a:chOff x="0" y="0"/>
          <a:chExt cx="0" cy="0"/>
        </a:xfrm>
      </p:grpSpPr>
      <p:sp>
        <p:nvSpPr>
          <p:cNvPr id="311" name="Google Shape;311;p23"/>
          <p:cNvSpPr txBox="1">
            <a:spLocks noGrp="1"/>
          </p:cNvSpPr>
          <p:nvPr>
            <p:ph type="title"/>
          </p:nvPr>
        </p:nvSpPr>
        <p:spPr>
          <a:xfrm>
            <a:off x="2670775" y="539499"/>
            <a:ext cx="3802500" cy="1010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2" name="Google Shape;312;p23"/>
          <p:cNvSpPr txBox="1">
            <a:spLocks noGrp="1"/>
          </p:cNvSpPr>
          <p:nvPr>
            <p:ph type="subTitle" idx="1"/>
          </p:nvPr>
        </p:nvSpPr>
        <p:spPr>
          <a:xfrm>
            <a:off x="2670725" y="1467414"/>
            <a:ext cx="3802500" cy="115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atin typeface="Didact Gothic"/>
                <a:ea typeface="Didact Gothic"/>
                <a:cs typeface="Didact Gothic"/>
                <a:sym typeface="Didact Gothic"/>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3" name="Google Shape;313;p23"/>
          <p:cNvSpPr txBox="1"/>
          <p:nvPr/>
        </p:nvSpPr>
        <p:spPr>
          <a:xfrm>
            <a:off x="2940850" y="3573346"/>
            <a:ext cx="3262200" cy="6606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Didact Gothic"/>
                <a:ea typeface="Didact Gothic"/>
                <a:cs typeface="Didact Gothic"/>
                <a:sym typeface="Didact Gothic"/>
              </a:rPr>
              <a:t>CREDITS: </a:t>
            </a:r>
            <a:r>
              <a:rPr lang="en" sz="1000">
                <a:solidFill>
                  <a:schemeClr val="dk1"/>
                </a:solidFill>
                <a:latin typeface="Didact Gothic"/>
                <a:ea typeface="Didact Gothic"/>
                <a:cs typeface="Didact Gothic"/>
                <a:sym typeface="Didact Gothic"/>
              </a:rPr>
              <a:t>This presentation template was created by </a:t>
            </a:r>
            <a:r>
              <a:rPr lang="en" sz="1000" b="1" u="sng">
                <a:solidFill>
                  <a:schemeClr val="dk1"/>
                </a:solid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000">
                <a:solidFill>
                  <a:schemeClr val="dk1"/>
                </a:solidFill>
                <a:latin typeface="Didact Gothic"/>
                <a:ea typeface="Didact Gothic"/>
                <a:cs typeface="Didact Gothic"/>
                <a:sym typeface="Didact Gothic"/>
              </a:rPr>
              <a:t>, and includes icons by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000">
                <a:solidFill>
                  <a:schemeClr val="dk1"/>
                </a:solidFill>
                <a:latin typeface="Didact Gothic"/>
                <a:ea typeface="Didact Gothic"/>
                <a:cs typeface="Didact Gothic"/>
                <a:sym typeface="Didact Gothic"/>
              </a:rPr>
              <a:t>, and infographics &amp; images by </a:t>
            </a:r>
            <a:r>
              <a:rPr lang="en" sz="1000" b="1" u="sng">
                <a:solidFill>
                  <a:schemeClr val="dk1"/>
                </a:solid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000">
                <a:solidFill>
                  <a:schemeClr val="dk1"/>
                </a:solidFill>
                <a:latin typeface="Didact Gothic"/>
                <a:ea typeface="Didact Gothic"/>
                <a:cs typeface="Didact Gothic"/>
                <a:sym typeface="Didact Gothic"/>
              </a:rPr>
              <a:t> </a:t>
            </a:r>
            <a:endParaRPr sz="1000">
              <a:solidFill>
                <a:schemeClr val="dk1"/>
              </a:solidFill>
              <a:latin typeface="Didact Gothic"/>
              <a:ea typeface="Didact Gothic"/>
              <a:cs typeface="Didact Gothic"/>
              <a:sym typeface="Didact Gothic"/>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4"/>
        <p:cNvGrpSpPr/>
        <p:nvPr/>
      </p:nvGrpSpPr>
      <p:grpSpPr>
        <a:xfrm>
          <a:off x="0" y="0"/>
          <a:ext cx="0" cy="0"/>
          <a:chOff x="0" y="0"/>
          <a:chExt cx="0" cy="0"/>
        </a:xfrm>
      </p:grpSpPr>
      <p:grpSp>
        <p:nvGrpSpPr>
          <p:cNvPr id="315" name="Google Shape;315;p24"/>
          <p:cNvGrpSpPr/>
          <p:nvPr/>
        </p:nvGrpSpPr>
        <p:grpSpPr>
          <a:xfrm>
            <a:off x="-4088794" y="-6825945"/>
            <a:ext cx="17344853" cy="18475480"/>
            <a:chOff x="-4088794" y="-6825945"/>
            <a:chExt cx="17344853" cy="18475480"/>
          </a:xfrm>
        </p:grpSpPr>
        <p:grpSp>
          <p:nvGrpSpPr>
            <p:cNvPr id="316" name="Google Shape;316;p24"/>
            <p:cNvGrpSpPr/>
            <p:nvPr/>
          </p:nvGrpSpPr>
          <p:grpSpPr>
            <a:xfrm flipH="1">
              <a:off x="-1615355" y="-6825945"/>
              <a:ext cx="8045194" cy="8234233"/>
              <a:chOff x="2442960" y="-713814"/>
              <a:chExt cx="5735915" cy="5870692"/>
            </a:xfrm>
          </p:grpSpPr>
          <p:sp>
            <p:nvSpPr>
              <p:cNvPr id="317" name="Google Shape;317;p2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8" name="Google Shape;318;p2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9" name="Google Shape;319;p2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20" name="Google Shape;320;p24"/>
            <p:cNvGrpSpPr/>
            <p:nvPr/>
          </p:nvGrpSpPr>
          <p:grpSpPr>
            <a:xfrm rot="10800000">
              <a:off x="3327020" y="3415302"/>
              <a:ext cx="8045194" cy="8234233"/>
              <a:chOff x="2442960" y="-713814"/>
              <a:chExt cx="5735915" cy="5870692"/>
            </a:xfrm>
          </p:grpSpPr>
          <p:sp>
            <p:nvSpPr>
              <p:cNvPr id="321" name="Google Shape;321;p2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2" name="Google Shape;322;p2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3" name="Google Shape;323;p2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24" name="Google Shape;324;p24"/>
            <p:cNvGrpSpPr/>
            <p:nvPr/>
          </p:nvGrpSpPr>
          <p:grpSpPr>
            <a:xfrm rot="-5400000" flipH="1">
              <a:off x="-4021405" y="1129798"/>
              <a:ext cx="5735915" cy="5870692"/>
              <a:chOff x="2442960" y="-713814"/>
              <a:chExt cx="5735915" cy="5870692"/>
            </a:xfrm>
          </p:grpSpPr>
          <p:sp>
            <p:nvSpPr>
              <p:cNvPr id="325" name="Google Shape;325;p2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6" name="Google Shape;326;p2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7" name="Google Shape;327;p2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28" name="Google Shape;328;p24"/>
            <p:cNvGrpSpPr/>
            <p:nvPr/>
          </p:nvGrpSpPr>
          <p:grpSpPr>
            <a:xfrm rot="5400000" flipH="1">
              <a:off x="7452756" y="-2020944"/>
              <a:ext cx="5735915" cy="5870692"/>
              <a:chOff x="2442960" y="-713814"/>
              <a:chExt cx="5735915" cy="5870692"/>
            </a:xfrm>
          </p:grpSpPr>
          <p:sp>
            <p:nvSpPr>
              <p:cNvPr id="329" name="Google Shape;329;p24"/>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0" name="Google Shape;330;p24"/>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1" name="Google Shape;331;p24"/>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32"/>
        <p:cNvGrpSpPr/>
        <p:nvPr/>
      </p:nvGrpSpPr>
      <p:grpSpPr>
        <a:xfrm>
          <a:off x="0" y="0"/>
          <a:ext cx="0" cy="0"/>
          <a:chOff x="0" y="0"/>
          <a:chExt cx="0" cy="0"/>
        </a:xfrm>
      </p:grpSpPr>
      <p:grpSp>
        <p:nvGrpSpPr>
          <p:cNvPr id="333" name="Google Shape;333;p25"/>
          <p:cNvGrpSpPr/>
          <p:nvPr/>
        </p:nvGrpSpPr>
        <p:grpSpPr>
          <a:xfrm>
            <a:off x="-4945912" y="-1538831"/>
            <a:ext cx="19035824" cy="11741478"/>
            <a:chOff x="-4945912" y="-1538831"/>
            <a:chExt cx="19035824" cy="11741478"/>
          </a:xfrm>
        </p:grpSpPr>
        <p:grpSp>
          <p:nvGrpSpPr>
            <p:cNvPr id="334" name="Google Shape;334;p25"/>
            <p:cNvGrpSpPr/>
            <p:nvPr/>
          </p:nvGrpSpPr>
          <p:grpSpPr>
            <a:xfrm rot="10800000">
              <a:off x="865843" y="4331956"/>
              <a:ext cx="5735915" cy="5870692"/>
              <a:chOff x="2442960" y="-713814"/>
              <a:chExt cx="5735915" cy="5870692"/>
            </a:xfrm>
          </p:grpSpPr>
          <p:sp>
            <p:nvSpPr>
              <p:cNvPr id="335" name="Google Shape;335;p2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6" name="Google Shape;336;p2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7" name="Google Shape;337;p2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38" name="Google Shape;338;p25"/>
            <p:cNvGrpSpPr/>
            <p:nvPr/>
          </p:nvGrpSpPr>
          <p:grpSpPr>
            <a:xfrm rot="-5400000" flipH="1">
              <a:off x="-4878524" y="-539419"/>
              <a:ext cx="5735915" cy="5870692"/>
              <a:chOff x="2442960" y="-713814"/>
              <a:chExt cx="5735915" cy="5870692"/>
            </a:xfrm>
          </p:grpSpPr>
          <p:sp>
            <p:nvSpPr>
              <p:cNvPr id="339" name="Google Shape;339;p2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0" name="Google Shape;340;p2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1" name="Google Shape;341;p2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42" name="Google Shape;342;p25"/>
            <p:cNvGrpSpPr/>
            <p:nvPr/>
          </p:nvGrpSpPr>
          <p:grpSpPr>
            <a:xfrm rot="5400000" flipH="1">
              <a:off x="8286609" y="-1606219"/>
              <a:ext cx="5735915" cy="5870692"/>
              <a:chOff x="2442960" y="-713814"/>
              <a:chExt cx="5735915" cy="5870692"/>
            </a:xfrm>
          </p:grpSpPr>
          <p:sp>
            <p:nvSpPr>
              <p:cNvPr id="343" name="Google Shape;343;p25"/>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4" name="Google Shape;344;p25"/>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5" name="Google Shape;345;p25"/>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688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2.png"/><Relationship Id="rId4" Type="http://schemas.openxmlformats.org/officeDocument/2006/relationships/hyperlink" Target="https://docs.google.com/spreadsheets/d/1SBpsICvysn42QQYQ1qCQGU7c3shzdhnOPC6S4UYOLvw/copy"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6.jpg"/><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3" Type="http://schemas.openxmlformats.org/officeDocument/2006/relationships/hyperlink" Target="https://docs.google.com/spreadsheets/d/1SBpsICvysn42QQYQ1qCQGU7c3shzdhnOPC6S4UYOLvw/copy"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0.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docs.google.com/spreadsheets/d/1SBpsICvysn42QQYQ1qCQGU7c3shzdhnOPC6S4UYOLvw/copy"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hyperlink" Target="https://www.freepik.com/free-photo/medium-shot-smiley-colleagues-job_25810085.htm/?utm_source=slidesgo_template&amp;utm_medium=referral-link&amp;utm_campaign=sg_resources&amp;utm_content=freepik" TargetMode="External"/><Relationship Id="rId3" Type="http://schemas.openxmlformats.org/officeDocument/2006/relationships/hyperlink" Target="https://www.freepik.com/free-psd/team-work-banner-template_10597567.htm/?utm_source=slidesgo_template&amp;utm_medium=referral-link&amp;utm_campaign=sg_resources&amp;utm_content=freepik" TargetMode="External"/><Relationship Id="rId7" Type="http://schemas.openxmlformats.org/officeDocument/2006/relationships/hyperlink" Target="https://www.freepik.com/free-photo/smiley-colleagues-office-during-meeting_12065519.htm/?utm_source=slidesgo_template&amp;utm_medium=referral-link&amp;utm_campaign=sg_resources&amp;utm_content=freepik" TargetMode="External"/><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hyperlink" Target="https://www.freepik.com/free-photo/male-employee-getting-used-his-new-office-job-along-with-female-colleagues_16392874.htm/?utm_source=slidesgo_template&amp;utm_medium=referral-link&amp;utm_campaign=sg_resources&amp;utm_content=freepik" TargetMode="External"/><Relationship Id="rId5" Type="http://schemas.openxmlformats.org/officeDocument/2006/relationships/hyperlink" Target="https://www.freepik.com/free-psd/landing-page-team-work-template_10597563.htm/?utm_source=slidesgo_template&amp;utm_medium=referral-link&amp;utm_campaign=sg_resources&amp;utm_content=freepik" TargetMode="External"/><Relationship Id="rId10" Type="http://schemas.openxmlformats.org/officeDocument/2006/relationships/hyperlink" Target="https://www.flaticon.com/packs/taxes-2?word=tax/?utm_source=slidesgo_template&amp;utm_medium=referral-link&amp;utm_campaign=sg_resources&amp;utm_content=flaticon" TargetMode="External"/><Relationship Id="rId4" Type="http://schemas.openxmlformats.org/officeDocument/2006/relationships/hyperlink" Target="https://www.freepik.com/free-psd/team-work-instagram-posts-template_10597548.htm/?utm_source=slidesgo_template&amp;utm_medium=referral-link&amp;utm_campaign=sg_resources&amp;utm_content=freepik" TargetMode="External"/><Relationship Id="rId9" Type="http://schemas.openxmlformats.org/officeDocument/2006/relationships/hyperlink" Target="https://www.freepik.com/free-photo/beautiful-women-working-together-startup-company_18843626.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1400375" y="1750183"/>
            <a:ext cx="6343200" cy="144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t>FISCAL ANNUAL PLANNING</a:t>
            </a:r>
            <a:r>
              <a:rPr lang="en" sz="3900"/>
              <a:t> </a:t>
            </a:r>
            <a:br>
              <a:rPr lang="en" sz="4100"/>
            </a:br>
            <a:r>
              <a:rPr lang="en" sz="3600"/>
              <a:t>PROJECT PROPOSAL</a:t>
            </a:r>
            <a:endParaRPr/>
          </a:p>
        </p:txBody>
      </p:sp>
      <p:sp>
        <p:nvSpPr>
          <p:cNvPr id="357" name="Google Shape;357;p29"/>
          <p:cNvSpPr txBox="1">
            <a:spLocks noGrp="1"/>
          </p:cNvSpPr>
          <p:nvPr>
            <p:ph type="subTitle" idx="1"/>
          </p:nvPr>
        </p:nvSpPr>
        <p:spPr>
          <a:xfrm>
            <a:off x="3200300" y="3175333"/>
            <a:ext cx="2743500" cy="64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grpSp>
        <p:nvGrpSpPr>
          <p:cNvPr id="358" name="Google Shape;358;p29"/>
          <p:cNvGrpSpPr/>
          <p:nvPr/>
        </p:nvGrpSpPr>
        <p:grpSpPr>
          <a:xfrm>
            <a:off x="-4088794" y="-6825945"/>
            <a:ext cx="17344853" cy="18475480"/>
            <a:chOff x="-4088794" y="-6825945"/>
            <a:chExt cx="17344853" cy="18475480"/>
          </a:xfrm>
        </p:grpSpPr>
        <p:grpSp>
          <p:nvGrpSpPr>
            <p:cNvPr id="359" name="Google Shape;359;p29"/>
            <p:cNvGrpSpPr/>
            <p:nvPr/>
          </p:nvGrpSpPr>
          <p:grpSpPr>
            <a:xfrm flipH="1">
              <a:off x="-1615355" y="-6825945"/>
              <a:ext cx="8045194" cy="8234233"/>
              <a:chOff x="2442960" y="-713814"/>
              <a:chExt cx="5735915" cy="5870692"/>
            </a:xfrm>
          </p:grpSpPr>
          <p:sp>
            <p:nvSpPr>
              <p:cNvPr id="360" name="Google Shape;360;p2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61" name="Google Shape;361;p2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62" name="Google Shape;362;p2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grpSp>
        <p:grpSp>
          <p:nvGrpSpPr>
            <p:cNvPr id="363" name="Google Shape;363;p29"/>
            <p:cNvGrpSpPr/>
            <p:nvPr/>
          </p:nvGrpSpPr>
          <p:grpSpPr>
            <a:xfrm rot="10800000">
              <a:off x="3327020" y="3415302"/>
              <a:ext cx="8045194" cy="8234233"/>
              <a:chOff x="2442960" y="-713814"/>
              <a:chExt cx="5735915" cy="5870692"/>
            </a:xfrm>
          </p:grpSpPr>
          <p:sp>
            <p:nvSpPr>
              <p:cNvPr id="364" name="Google Shape;364;p2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65" name="Google Shape;365;p2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66" name="Google Shape;366;p2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grpSp>
        <p:grpSp>
          <p:nvGrpSpPr>
            <p:cNvPr id="367" name="Google Shape;367;p29"/>
            <p:cNvGrpSpPr/>
            <p:nvPr/>
          </p:nvGrpSpPr>
          <p:grpSpPr>
            <a:xfrm rot="-5400000" flipH="1">
              <a:off x="-4021405" y="1129798"/>
              <a:ext cx="5735915" cy="5870692"/>
              <a:chOff x="2442960" y="-713814"/>
              <a:chExt cx="5735915" cy="5870692"/>
            </a:xfrm>
          </p:grpSpPr>
          <p:sp>
            <p:nvSpPr>
              <p:cNvPr id="368" name="Google Shape;368;p2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69" name="Google Shape;369;p2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70" name="Google Shape;370;p2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grpSp>
        <p:grpSp>
          <p:nvGrpSpPr>
            <p:cNvPr id="371" name="Google Shape;371;p29"/>
            <p:cNvGrpSpPr/>
            <p:nvPr/>
          </p:nvGrpSpPr>
          <p:grpSpPr>
            <a:xfrm rot="5400000" flipH="1">
              <a:off x="7452756" y="-2020944"/>
              <a:ext cx="5735915" cy="5870692"/>
              <a:chOff x="2442960" y="-713814"/>
              <a:chExt cx="5735915" cy="5870692"/>
            </a:xfrm>
          </p:grpSpPr>
          <p:sp>
            <p:nvSpPr>
              <p:cNvPr id="372" name="Google Shape;372;p2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73" name="Google Shape;373;p2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
            <p:nvSpPr>
              <p:cNvPr id="374" name="Google Shape;374;p2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0"/>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HU" dirty="0"/>
              <a:t>Projekt bemutatása</a:t>
            </a:r>
            <a:endParaRPr dirty="0"/>
          </a:p>
        </p:txBody>
      </p:sp>
      <p:graphicFrame>
        <p:nvGraphicFramePr>
          <p:cNvPr id="380" name="Google Shape;380;p30"/>
          <p:cNvGraphicFramePr/>
          <p:nvPr>
            <p:extLst>
              <p:ext uri="{D42A27DB-BD31-4B8C-83A1-F6EECF244321}">
                <p14:modId xmlns:p14="http://schemas.microsoft.com/office/powerpoint/2010/main" val="3493267922"/>
              </p:ext>
            </p:extLst>
          </p:nvPr>
        </p:nvGraphicFramePr>
        <p:xfrm>
          <a:off x="1001162" y="1996354"/>
          <a:ext cx="7141675" cy="1695800"/>
        </p:xfrm>
        <a:graphic>
          <a:graphicData uri="http://schemas.openxmlformats.org/drawingml/2006/table">
            <a:tbl>
              <a:tblPr>
                <a:noFill/>
                <a:tableStyleId>{A7A934FA-3654-4179-9EF7-27529735517D}</a:tableStyleId>
              </a:tblPr>
              <a:tblGrid>
                <a:gridCol w="2287075">
                  <a:extLst>
                    <a:ext uri="{9D8B030D-6E8A-4147-A177-3AD203B41FA5}">
                      <a16:colId xmlns:a16="http://schemas.microsoft.com/office/drawing/2014/main" val="20000"/>
                    </a:ext>
                  </a:extLst>
                </a:gridCol>
                <a:gridCol w="4854600">
                  <a:extLst>
                    <a:ext uri="{9D8B030D-6E8A-4147-A177-3AD203B41FA5}">
                      <a16:colId xmlns:a16="http://schemas.microsoft.com/office/drawing/2014/main" val="20001"/>
                    </a:ext>
                  </a:extLst>
                </a:gridCol>
              </a:tblGrid>
              <a:tr h="423950">
                <a:tc>
                  <a:txBody>
                    <a:bodyPr/>
                    <a:lstStyle/>
                    <a:p>
                      <a:pPr marL="0" lvl="0" indent="0" algn="l" rtl="0">
                        <a:spcBef>
                          <a:spcPts val="0"/>
                        </a:spcBef>
                        <a:spcAft>
                          <a:spcPts val="0"/>
                        </a:spcAft>
                        <a:buNone/>
                      </a:pPr>
                      <a:r>
                        <a:rPr lang="hu-HU" sz="1100" b="1" u="sng" dirty="0">
                          <a:solidFill>
                            <a:schemeClr val="dk1"/>
                          </a:solidFill>
                          <a:latin typeface="Didact Gothic"/>
                          <a:ea typeface="Didact Gothic"/>
                          <a:cs typeface="Didact Gothic"/>
                          <a:sym typeface="Didact Gothic"/>
                        </a:rPr>
                        <a:t>Cél</a:t>
                      </a:r>
                      <a:endParaRPr sz="1100" b="1" u="sng" dirty="0">
                        <a:solidFill>
                          <a:schemeClr val="dk1"/>
                        </a:solidFill>
                        <a:latin typeface="Didact Gothic"/>
                        <a:ea typeface="Didact Gothic"/>
                        <a:cs typeface="Didact Gothic"/>
                        <a:sym typeface="Didact Gothic"/>
                      </a:endParaRPr>
                    </a:p>
                  </a:txBody>
                  <a:tcPr marL="91425" marR="91425" marT="0" marB="0" anchor="ctr">
                    <a:lnL w="19050"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E293B"/>
                          </a:solidFill>
                          <a:uFillTx/>
                          <a:latin typeface="Calibri" pitchFamily="34"/>
                          <a:ea typeface="Calibri" pitchFamily="34"/>
                          <a:cs typeface="Calibri" pitchFamily="34"/>
                        </a:rPr>
                        <a:t>Megkönnyíteni</a:t>
                      </a:r>
                      <a:r>
                        <a:rPr lang="en-US" sz="1000" b="0" i="0" u="none" strike="noStrike" kern="1200" cap="none" spc="0" baseline="0" dirty="0">
                          <a:solidFill>
                            <a:srgbClr val="1E293B"/>
                          </a:solidFill>
                          <a:uFillTx/>
                          <a:latin typeface="Calibri" pitchFamily="34"/>
                          <a:ea typeface="Calibri" pitchFamily="34"/>
                          <a:cs typeface="Calibri" pitchFamily="34"/>
                        </a:rPr>
                        <a:t> a </a:t>
                      </a:r>
                      <a:r>
                        <a:rPr lang="en-US" sz="1000" b="0" i="0" u="none" strike="noStrike" kern="1200" cap="none" spc="0" baseline="0" dirty="0" err="1">
                          <a:solidFill>
                            <a:srgbClr val="1E293B"/>
                          </a:solidFill>
                          <a:uFillTx/>
                          <a:latin typeface="Calibri" pitchFamily="34"/>
                          <a:ea typeface="Calibri" pitchFamily="34"/>
                          <a:cs typeface="Calibri" pitchFamily="34"/>
                        </a:rPr>
                        <a:t>kutyamenhely</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működését</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és</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az</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örökbefogadási</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folyamatot</a:t>
                      </a:r>
                      <a:endParaRPr lang="en-US" sz="1000" b="0" i="0" u="none" strike="noStrike" kern="1200" cap="none" spc="0" baseline="0" dirty="0">
                        <a:solidFill>
                          <a:srgbClr val="000000"/>
                        </a:solidFill>
                        <a:uFillTx/>
                        <a:latin typeface="Aptos"/>
                      </a:endParaRPr>
                    </a:p>
                  </a:txBody>
                  <a:tcPr marL="91425" marR="91425" marT="0" marB="0" anchor="ctr">
                    <a:lnL w="952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23950">
                <a:tc>
                  <a:txBody>
                    <a:bodyPr/>
                    <a:lstStyle/>
                    <a:p>
                      <a:pPr marL="0" lvl="0" indent="0" algn="l" rtl="0">
                        <a:spcBef>
                          <a:spcPts val="0"/>
                        </a:spcBef>
                        <a:spcAft>
                          <a:spcPts val="0"/>
                        </a:spcAft>
                        <a:buNone/>
                      </a:pPr>
                      <a:r>
                        <a:rPr lang="hu-HU" sz="1100" b="1" u="sng">
                          <a:solidFill>
                            <a:schemeClr val="dk1"/>
                          </a:solidFill>
                          <a:latin typeface="Didact Gothic"/>
                          <a:ea typeface="Didact Gothic"/>
                          <a:cs typeface="Didact Gothic"/>
                          <a:sym typeface="Didact Gothic"/>
                        </a:rPr>
                        <a:t>Célcsoport </a:t>
                      </a:r>
                      <a:endParaRPr sz="1100" b="1" u="sng" dirty="0">
                        <a:solidFill>
                          <a:schemeClr val="dk1"/>
                        </a:solidFill>
                        <a:latin typeface="Didact Gothic"/>
                        <a:ea typeface="Didact Gothic"/>
                        <a:cs typeface="Didact Gothic"/>
                        <a:sym typeface="Didact Gothic"/>
                      </a:endParaRPr>
                    </a:p>
                  </a:txBody>
                  <a:tcPr marL="91425" marR="91425" marT="0" marB="0" anchor="ctr">
                    <a:lnL w="19050"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E293B"/>
                          </a:solidFill>
                          <a:uFillTx/>
                          <a:latin typeface="Calibri" pitchFamily="34"/>
                          <a:ea typeface="Calibri" pitchFamily="34"/>
                          <a:cs typeface="Calibri" pitchFamily="34"/>
                        </a:rPr>
                        <a:t>Örökbefogadni</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vágyók</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menhely</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dolgozói</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adminisztrátorok</a:t>
                      </a:r>
                      <a:endParaRPr lang="en-US" sz="1000" b="0" i="0" u="none" strike="noStrike" kern="1200" cap="none" spc="0" baseline="0" dirty="0">
                        <a:solidFill>
                          <a:srgbClr val="000000"/>
                        </a:solidFill>
                        <a:uFillTx/>
                        <a:latin typeface="Aptos"/>
                      </a:endParaRPr>
                    </a:p>
                  </a:txBody>
                  <a:tcPr marL="91425" marR="91425" marT="0" marB="0" anchor="ctr">
                    <a:lnL w="952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23950">
                <a:tc>
                  <a:txBody>
                    <a:bodyPr/>
                    <a:lstStyle/>
                    <a:p>
                      <a:pPr marL="0" lvl="0" indent="0" algn="l" rtl="0">
                        <a:spcBef>
                          <a:spcPts val="0"/>
                        </a:spcBef>
                        <a:spcAft>
                          <a:spcPts val="0"/>
                        </a:spcAft>
                        <a:buNone/>
                      </a:pPr>
                      <a:r>
                        <a:rPr lang="hu-HU" sz="1100" b="1" u="sng">
                          <a:solidFill>
                            <a:schemeClr val="dk1"/>
                          </a:solidFill>
                          <a:latin typeface="Didact Gothic"/>
                          <a:ea typeface="Didact Gothic"/>
                          <a:cs typeface="Didact Gothic"/>
                          <a:sym typeface="Didact Gothic"/>
                        </a:rPr>
                        <a:t>Platform</a:t>
                      </a:r>
                      <a:endParaRPr sz="1100" b="1" u="sng" dirty="0">
                        <a:solidFill>
                          <a:schemeClr val="dk1"/>
                        </a:solidFill>
                        <a:latin typeface="Didact Gothic"/>
                        <a:ea typeface="Didact Gothic"/>
                        <a:cs typeface="Didact Gothic"/>
                        <a:sym typeface="Didact Gothic"/>
                      </a:endParaRPr>
                    </a:p>
                  </a:txBody>
                  <a:tcPr marL="91425" marR="91425" marT="0" marB="0" anchor="ctr">
                    <a:lnL w="19050"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E293B"/>
                          </a:solidFill>
                          <a:uFillTx/>
                          <a:latin typeface="Calibri" pitchFamily="34"/>
                          <a:ea typeface="Calibri" pitchFamily="34"/>
                          <a:cs typeface="Calibri" pitchFamily="34"/>
                        </a:rPr>
                        <a:t>Böngészőalapú</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webalkalmazás</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reszponzív</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dizájnnal</a:t>
                      </a:r>
                      <a:endParaRPr lang="en-US" sz="1000" b="0" i="0" u="none" strike="noStrike" kern="1200" cap="none" spc="0" baseline="0" dirty="0">
                        <a:solidFill>
                          <a:srgbClr val="000000"/>
                        </a:solidFill>
                        <a:uFillTx/>
                        <a:latin typeface="Aptos"/>
                      </a:endParaRPr>
                    </a:p>
                  </a:txBody>
                  <a:tcPr marL="91425" marR="91425" marT="0" marB="0" anchor="ctr">
                    <a:lnL w="952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23950">
                <a:tc>
                  <a:txBody>
                    <a:bodyPr/>
                    <a:lstStyle/>
                    <a:p>
                      <a:pPr marL="0" lvl="0" indent="0" algn="l" rtl="0">
                        <a:spcBef>
                          <a:spcPts val="0"/>
                        </a:spcBef>
                        <a:spcAft>
                          <a:spcPts val="0"/>
                        </a:spcAft>
                        <a:buNone/>
                      </a:pPr>
                      <a:r>
                        <a:rPr lang="hu-HU" sz="1100" b="1" u="sng">
                          <a:solidFill>
                            <a:schemeClr val="dk1"/>
                          </a:solidFill>
                          <a:latin typeface="Didact Gothic"/>
                          <a:ea typeface="Didact Gothic"/>
                          <a:cs typeface="Didact Gothic"/>
                          <a:sym typeface="Didact Gothic"/>
                        </a:rPr>
                        <a:t>Fejlesztés</a:t>
                      </a:r>
                      <a:endParaRPr sz="1100" b="1" u="sng" dirty="0">
                        <a:solidFill>
                          <a:schemeClr val="dk1"/>
                        </a:solidFill>
                        <a:latin typeface="Didact Gothic"/>
                        <a:ea typeface="Didact Gothic"/>
                        <a:cs typeface="Didact Gothic"/>
                        <a:sym typeface="Didact Gothic"/>
                      </a:endParaRPr>
                    </a:p>
                  </a:txBody>
                  <a:tcPr marL="91425" marR="91425" marT="0" marB="0" anchor="ctr">
                    <a:lnL w="19050"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E293B"/>
                          </a:solidFill>
                          <a:uFillTx/>
                          <a:latin typeface="Calibri" pitchFamily="34"/>
                          <a:ea typeface="Calibri" pitchFamily="34"/>
                          <a:cs typeface="Calibri" pitchFamily="34"/>
                        </a:rPr>
                        <a:t>2025/2026-os </a:t>
                      </a:r>
                      <a:r>
                        <a:rPr lang="en-US" sz="1000" b="0" i="0" u="none" strike="noStrike" kern="1200" cap="none" spc="0" baseline="0" dirty="0" err="1">
                          <a:solidFill>
                            <a:srgbClr val="1E293B"/>
                          </a:solidFill>
                          <a:uFillTx/>
                          <a:latin typeface="Calibri" pitchFamily="34"/>
                          <a:ea typeface="Calibri" pitchFamily="34"/>
                          <a:cs typeface="Calibri" pitchFamily="34"/>
                        </a:rPr>
                        <a:t>tanév</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csapatos</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iskola</a:t>
                      </a:r>
                      <a:r>
                        <a:rPr lang="en-US" sz="1000" b="0" i="0" u="none" strike="noStrike" kern="1200" cap="none" spc="0" baseline="0" dirty="0">
                          <a:solidFill>
                            <a:srgbClr val="1E293B"/>
                          </a:solidFill>
                          <a:uFillTx/>
                          <a:latin typeface="Calibri" pitchFamily="34"/>
                          <a:ea typeface="Calibri" pitchFamily="34"/>
                          <a:cs typeface="Calibri" pitchFamily="34"/>
                        </a:rPr>
                        <a:t> </a:t>
                      </a:r>
                      <a:r>
                        <a:rPr lang="en-US" sz="1000" b="0" i="0" u="none" strike="noStrike" kern="1200" cap="none" spc="0" baseline="0" dirty="0" err="1">
                          <a:solidFill>
                            <a:srgbClr val="1E293B"/>
                          </a:solidFill>
                          <a:uFillTx/>
                          <a:latin typeface="Calibri" pitchFamily="34"/>
                          <a:ea typeface="Calibri" pitchFamily="34"/>
                          <a:cs typeface="Calibri" pitchFamily="34"/>
                        </a:rPr>
                        <a:t>projekt</a:t>
                      </a:r>
                      <a:endParaRPr lang="en-US" sz="1000" b="0" i="0" u="none" strike="noStrike" kern="1200" cap="none" spc="0" baseline="0" dirty="0">
                        <a:solidFill>
                          <a:srgbClr val="000000"/>
                        </a:solidFill>
                        <a:uFillTx/>
                        <a:latin typeface="Aptos"/>
                      </a:endParaRPr>
                    </a:p>
                  </a:txBody>
                  <a:tcPr marL="91425" marR="91425" marT="0" marB="0" anchor="ctr">
                    <a:lnL w="952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81" name="Google Shape;381;p30"/>
          <p:cNvSpPr txBox="1"/>
          <p:nvPr/>
        </p:nvSpPr>
        <p:spPr>
          <a:xfrm>
            <a:off x="720000" y="978424"/>
            <a:ext cx="7704000" cy="3699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hu-HU" sz="1200" dirty="0">
                <a:solidFill>
                  <a:schemeClr val="dk1"/>
                </a:solidFill>
                <a:latin typeface="Didact Gothic"/>
                <a:ea typeface="Didact Gothic"/>
                <a:cs typeface="Didact Gothic"/>
                <a:sym typeface="Didact Gothic"/>
              </a:rPr>
              <a:t>Mi a projekt célja.</a:t>
            </a:r>
          </a:p>
        </p:txBody>
      </p:sp>
      <p:sp>
        <p:nvSpPr>
          <p:cNvPr id="20" name="Text 7">
            <a:extLst>
              <a:ext uri="{FF2B5EF4-FFF2-40B4-BE49-F238E27FC236}">
                <a16:creationId xmlns:a16="http://schemas.microsoft.com/office/drawing/2014/main" id="{7C1D6664-8EDB-46C7-8494-505F2F2CE54F}"/>
              </a:ext>
            </a:extLst>
          </p:cNvPr>
          <p:cNvSpPr/>
          <p:nvPr/>
        </p:nvSpPr>
        <p:spPr>
          <a:xfrm>
            <a:off x="720000" y="1385223"/>
            <a:ext cx="7989660" cy="369900"/>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A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Robi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&amp;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Ricsi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&amp;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Norbi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Kutyamenhely</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egy</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teljes</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körű</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webalkalmazás</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amely</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segíti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az</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örökbefogadásra</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váró</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kutyák</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nyilvántartását</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az</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érdeklődők</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tájékoztatását</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az</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örökbefogadási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kérelmek</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kezelését</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és</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az</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adminisztrátori</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 </a:t>
            </a:r>
            <a:r>
              <a:rPr lang="en-US" sz="1300" b="0" i="0" u="none" strike="noStrike" kern="1200" cap="none" spc="0" baseline="0" dirty="0" err="1">
                <a:solidFill>
                  <a:srgbClr val="1E293B"/>
                </a:solidFill>
                <a:uFillTx/>
                <a:latin typeface="Arial" panose="020B0604020202020204" pitchFamily="34" charset="0"/>
                <a:ea typeface="Calibri" pitchFamily="34"/>
                <a:cs typeface="Arial" panose="020B0604020202020204" pitchFamily="34" charset="0"/>
              </a:rPr>
              <a:t>munkát</a:t>
            </a:r>
            <a:r>
              <a:rPr lang="en-US" sz="1300" b="0" i="0" u="none" strike="noStrike" kern="1200" cap="none" spc="0" baseline="0" dirty="0">
                <a:solidFill>
                  <a:srgbClr val="1E293B"/>
                </a:solidFill>
                <a:uFillTx/>
                <a:latin typeface="Arial" panose="020B0604020202020204" pitchFamily="34" charset="0"/>
                <a:ea typeface="Calibri" pitchFamily="34"/>
                <a:cs typeface="Arial" panose="020B0604020202020204" pitchFamily="34" charset="0"/>
              </a:rPr>
              <a:t>.</a:t>
            </a:r>
            <a:endParaRPr lang="en-US" sz="1300" b="0" i="0" u="none" strike="noStrike" kern="1200" cap="none" spc="0" baseline="0" dirty="0">
              <a:solidFill>
                <a:srgbClr val="000000"/>
              </a:solidFill>
              <a:uFillTx/>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2"/>
          <p:cNvSpPr txBox="1">
            <a:spLocks noGrp="1"/>
          </p:cNvSpPr>
          <p:nvPr>
            <p:ph type="title"/>
          </p:nvPr>
        </p:nvSpPr>
        <p:spPr>
          <a:xfrm>
            <a:off x="1041225" y="863700"/>
            <a:ext cx="4436700" cy="107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Használt technológiák</a:t>
            </a:r>
            <a:endParaRPr dirty="0"/>
          </a:p>
        </p:txBody>
      </p:sp>
      <p:pic>
        <p:nvPicPr>
          <p:cNvPr id="407" name="Google Shape;407;p32"/>
          <p:cNvPicPr preferRelativeResize="0">
            <a:picLocks noGrp="1"/>
          </p:cNvPicPr>
          <p:nvPr>
            <p:ph type="pic" idx="2"/>
          </p:nvPr>
        </p:nvPicPr>
        <p:blipFill rotWithShape="1">
          <a:blip r:embed="rId3">
            <a:alphaModFix/>
          </a:blip>
          <a:srcRect l="35330" t="1109" r="17695" b="10136"/>
          <a:stretch/>
        </p:blipFill>
        <p:spPr>
          <a:xfrm>
            <a:off x="5478072" y="918001"/>
            <a:ext cx="2624700" cy="3307500"/>
          </a:xfrm>
          <a:prstGeom prst="roundRect">
            <a:avLst>
              <a:gd name="adj" fmla="val 11983"/>
            </a:avLst>
          </a:prstGeom>
        </p:spPr>
      </p:pic>
      <p:sp>
        <p:nvSpPr>
          <p:cNvPr id="4" name="Szövegdoboz 3">
            <a:extLst>
              <a:ext uri="{FF2B5EF4-FFF2-40B4-BE49-F238E27FC236}">
                <a16:creationId xmlns:a16="http://schemas.microsoft.com/office/drawing/2014/main" id="{72B6C6DF-BCE6-4042-B1A6-5B81DD2E8D51}"/>
              </a:ext>
            </a:extLst>
          </p:cNvPr>
          <p:cNvSpPr txBox="1"/>
          <p:nvPr/>
        </p:nvSpPr>
        <p:spPr>
          <a:xfrm>
            <a:off x="746760" y="2217420"/>
            <a:ext cx="4541520" cy="954107"/>
          </a:xfrm>
          <a:prstGeom prst="rect">
            <a:avLst/>
          </a:prstGeom>
          <a:noFill/>
        </p:spPr>
        <p:txBody>
          <a:bodyPr wrap="square" rtlCol="0">
            <a:spAutoFit/>
          </a:bodyPr>
          <a:lstStyle/>
          <a:p>
            <a:r>
              <a:rPr lang="hu-HU" dirty="0"/>
              <a:t>Frontend: HTML5 + CSS3, JavaScript, Bootstrap4</a:t>
            </a:r>
          </a:p>
          <a:p>
            <a:r>
              <a:rPr lang="hu-HU" dirty="0"/>
              <a:t>Backend: Node.js, </a:t>
            </a:r>
            <a:r>
              <a:rPr lang="hu-HU" dirty="0" err="1"/>
              <a:t>Npm</a:t>
            </a:r>
            <a:r>
              <a:rPr lang="hu-HU" dirty="0"/>
              <a:t> </a:t>
            </a:r>
            <a:r>
              <a:rPr lang="hu-HU"/>
              <a:t>modules</a:t>
            </a:r>
            <a:endParaRPr lang="hu-HU" dirty="0"/>
          </a:p>
          <a:p>
            <a:r>
              <a:rPr lang="hu-HU" dirty="0"/>
              <a:t>Adatbázis: </a:t>
            </a:r>
            <a:r>
              <a:rPr lang="hu-HU" dirty="0" err="1"/>
              <a:t>MySQL</a:t>
            </a:r>
            <a:r>
              <a:rPr lang="hu-HU" dirty="0"/>
              <a:t>, </a:t>
            </a:r>
            <a:r>
              <a:rPr lang="hu-HU" dirty="0" err="1"/>
              <a:t>phpMyAdmin</a:t>
            </a:r>
            <a:r>
              <a:rPr lang="hu-HU" dirty="0"/>
              <a:t>, </a:t>
            </a:r>
          </a:p>
          <a:p>
            <a:r>
              <a:rPr lang="hu-HU" dirty="0"/>
              <a:t>Eszközök: </a:t>
            </a:r>
            <a:r>
              <a:rPr lang="hu-HU" dirty="0" err="1"/>
              <a:t>Vs</a:t>
            </a:r>
            <a:r>
              <a:rPr lang="hu-HU" dirty="0"/>
              <a:t> </a:t>
            </a:r>
            <a:r>
              <a:rPr lang="hu-HU" dirty="0" err="1"/>
              <a:t>Code</a:t>
            </a:r>
            <a:r>
              <a:rPr lang="hu-HU" dirty="0"/>
              <a:t>, XAMPP, </a:t>
            </a:r>
            <a:r>
              <a:rPr lang="hu-HU" dirty="0" err="1"/>
              <a:t>Github</a:t>
            </a:r>
            <a:r>
              <a:rPr lang="hu-HU" dirty="0"/>
              <a:t>, </a:t>
            </a:r>
            <a:r>
              <a:rPr lang="hu-HU" dirty="0" err="1"/>
              <a:t>PostMan</a:t>
            </a:r>
            <a:r>
              <a:rPr lang="hu-HU"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3"/>
          <p:cNvSpPr txBox="1">
            <a:spLocks noGrp="1"/>
          </p:cNvSpPr>
          <p:nvPr>
            <p:ph type="title"/>
          </p:nvPr>
        </p:nvSpPr>
        <p:spPr>
          <a:xfrm>
            <a:off x="3408960" y="2435500"/>
            <a:ext cx="4739700" cy="153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hu-HU" dirty="0"/>
              <a:t>Szentpáli Richárd</a:t>
            </a:r>
            <a:endParaRPr dirty="0"/>
          </a:p>
        </p:txBody>
      </p:sp>
      <p:sp>
        <p:nvSpPr>
          <p:cNvPr id="413" name="Google Shape;413;p33"/>
          <p:cNvSpPr txBox="1">
            <a:spLocks noGrp="1"/>
          </p:cNvSpPr>
          <p:nvPr>
            <p:ph type="title" idx="2"/>
          </p:nvPr>
        </p:nvSpPr>
        <p:spPr>
          <a:xfrm>
            <a:off x="6674014" y="1506938"/>
            <a:ext cx="1474500" cy="841800"/>
          </a:xfrm>
          <a:prstGeom prst="rect">
            <a:avLst/>
          </a:prstGeom>
        </p:spPr>
        <p:txBody>
          <a:bodyPr spcFirstLastPara="1" wrap="square" lIns="91425" tIns="91425" rIns="91425" bIns="0" anchor="b" anchorCtr="0">
            <a:noAutofit/>
          </a:bodyPr>
          <a:lstStyle/>
          <a:p>
            <a:pPr marL="0" lvl="0" indent="0" algn="r" rtl="0">
              <a:spcBef>
                <a:spcPts val="0"/>
              </a:spcBef>
              <a:spcAft>
                <a:spcPts val="0"/>
              </a:spcAft>
              <a:buNone/>
            </a:pPr>
            <a:r>
              <a:rPr lang="en"/>
              <a:t>01</a:t>
            </a:r>
            <a:endParaRPr/>
          </a:p>
        </p:txBody>
      </p:sp>
      <p:grpSp>
        <p:nvGrpSpPr>
          <p:cNvPr id="414" name="Google Shape;414;p33"/>
          <p:cNvGrpSpPr/>
          <p:nvPr/>
        </p:nvGrpSpPr>
        <p:grpSpPr>
          <a:xfrm>
            <a:off x="-4896949" y="-4135552"/>
            <a:ext cx="14980516" cy="14319171"/>
            <a:chOff x="-4896949" y="-4135552"/>
            <a:chExt cx="14980516" cy="14319171"/>
          </a:xfrm>
        </p:grpSpPr>
        <p:grpSp>
          <p:nvGrpSpPr>
            <p:cNvPr id="415" name="Google Shape;415;p33"/>
            <p:cNvGrpSpPr/>
            <p:nvPr/>
          </p:nvGrpSpPr>
          <p:grpSpPr>
            <a:xfrm rot="-5400000" flipH="1">
              <a:off x="-4802430" y="-1617120"/>
              <a:ext cx="8045194" cy="8234233"/>
              <a:chOff x="2442960" y="-713814"/>
              <a:chExt cx="5735915" cy="5870692"/>
            </a:xfrm>
          </p:grpSpPr>
          <p:sp>
            <p:nvSpPr>
              <p:cNvPr id="416" name="Google Shape;416;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7" name="Google Shape;417;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19" name="Google Shape;419;p33"/>
            <p:cNvGrpSpPr/>
            <p:nvPr/>
          </p:nvGrpSpPr>
          <p:grpSpPr>
            <a:xfrm rot="10800000" flipH="1">
              <a:off x="4057415" y="4015869"/>
              <a:ext cx="6026152" cy="6167749"/>
              <a:chOff x="2442960" y="-713814"/>
              <a:chExt cx="5735915" cy="5870692"/>
            </a:xfrm>
          </p:grpSpPr>
          <p:sp>
            <p:nvSpPr>
              <p:cNvPr id="420" name="Google Shape;420;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1" name="Google Shape;421;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2" name="Google Shape;422;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23" name="Google Shape;423;p33"/>
            <p:cNvGrpSpPr/>
            <p:nvPr/>
          </p:nvGrpSpPr>
          <p:grpSpPr>
            <a:xfrm flipH="1">
              <a:off x="3219095" y="-4135552"/>
              <a:ext cx="5735915" cy="5870692"/>
              <a:chOff x="2442960" y="-713814"/>
              <a:chExt cx="5735915" cy="5870692"/>
            </a:xfrm>
          </p:grpSpPr>
          <p:sp>
            <p:nvSpPr>
              <p:cNvPr id="424" name="Google Shape;424;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5" name="Google Shape;425;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6" name="Google Shape;426;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3"/>
          <p:cNvSpPr txBox="1">
            <a:spLocks noGrp="1"/>
          </p:cNvSpPr>
          <p:nvPr>
            <p:ph type="title"/>
          </p:nvPr>
        </p:nvSpPr>
        <p:spPr>
          <a:xfrm>
            <a:off x="3408960" y="2435500"/>
            <a:ext cx="4739700" cy="153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hu-HU" dirty="0"/>
              <a:t>Tóth Róbert</a:t>
            </a:r>
            <a:endParaRPr dirty="0"/>
          </a:p>
        </p:txBody>
      </p:sp>
      <p:sp>
        <p:nvSpPr>
          <p:cNvPr id="413" name="Google Shape;413;p33"/>
          <p:cNvSpPr txBox="1">
            <a:spLocks noGrp="1"/>
          </p:cNvSpPr>
          <p:nvPr>
            <p:ph type="title" idx="2"/>
          </p:nvPr>
        </p:nvSpPr>
        <p:spPr>
          <a:xfrm>
            <a:off x="6674014" y="1506938"/>
            <a:ext cx="1474500" cy="841800"/>
          </a:xfrm>
          <a:prstGeom prst="rect">
            <a:avLst/>
          </a:prstGeom>
        </p:spPr>
        <p:txBody>
          <a:bodyPr spcFirstLastPara="1" wrap="square" lIns="91425" tIns="91425" rIns="91425" bIns="0" anchor="b" anchorCtr="0">
            <a:noAutofit/>
          </a:bodyPr>
          <a:lstStyle/>
          <a:p>
            <a:pPr marL="0" lvl="0" indent="0" algn="r" rtl="0">
              <a:spcBef>
                <a:spcPts val="0"/>
              </a:spcBef>
              <a:spcAft>
                <a:spcPts val="0"/>
              </a:spcAft>
              <a:buNone/>
            </a:pPr>
            <a:r>
              <a:rPr lang="en" dirty="0"/>
              <a:t>0</a:t>
            </a:r>
            <a:r>
              <a:rPr lang="hu-HU" dirty="0"/>
              <a:t>2</a:t>
            </a:r>
            <a:endParaRPr dirty="0"/>
          </a:p>
        </p:txBody>
      </p:sp>
      <p:grpSp>
        <p:nvGrpSpPr>
          <p:cNvPr id="414" name="Google Shape;414;p33"/>
          <p:cNvGrpSpPr/>
          <p:nvPr/>
        </p:nvGrpSpPr>
        <p:grpSpPr>
          <a:xfrm>
            <a:off x="-4896949" y="-4135552"/>
            <a:ext cx="14980516" cy="14319171"/>
            <a:chOff x="-4896949" y="-4135552"/>
            <a:chExt cx="14980516" cy="14319171"/>
          </a:xfrm>
        </p:grpSpPr>
        <p:grpSp>
          <p:nvGrpSpPr>
            <p:cNvPr id="415" name="Google Shape;415;p33"/>
            <p:cNvGrpSpPr/>
            <p:nvPr/>
          </p:nvGrpSpPr>
          <p:grpSpPr>
            <a:xfrm rot="-5400000" flipH="1">
              <a:off x="-4802430" y="-1617120"/>
              <a:ext cx="8045194" cy="8234233"/>
              <a:chOff x="2442960" y="-713814"/>
              <a:chExt cx="5735915" cy="5870692"/>
            </a:xfrm>
          </p:grpSpPr>
          <p:sp>
            <p:nvSpPr>
              <p:cNvPr id="416" name="Google Shape;416;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7" name="Google Shape;417;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19" name="Google Shape;419;p33"/>
            <p:cNvGrpSpPr/>
            <p:nvPr/>
          </p:nvGrpSpPr>
          <p:grpSpPr>
            <a:xfrm rot="10800000" flipH="1">
              <a:off x="4057415" y="4015869"/>
              <a:ext cx="6026152" cy="6167749"/>
              <a:chOff x="2442960" y="-713814"/>
              <a:chExt cx="5735915" cy="5870692"/>
            </a:xfrm>
          </p:grpSpPr>
          <p:sp>
            <p:nvSpPr>
              <p:cNvPr id="420" name="Google Shape;420;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1" name="Google Shape;421;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2" name="Google Shape;422;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23" name="Google Shape;423;p33"/>
            <p:cNvGrpSpPr/>
            <p:nvPr/>
          </p:nvGrpSpPr>
          <p:grpSpPr>
            <a:xfrm flipH="1">
              <a:off x="3219095" y="-4135552"/>
              <a:ext cx="5735915" cy="5870692"/>
              <a:chOff x="2442960" y="-713814"/>
              <a:chExt cx="5735915" cy="5870692"/>
            </a:xfrm>
          </p:grpSpPr>
          <p:sp>
            <p:nvSpPr>
              <p:cNvPr id="424" name="Google Shape;424;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5" name="Google Shape;425;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6" name="Google Shape;426;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extLst>
      <p:ext uri="{BB962C8B-B14F-4D97-AF65-F5344CB8AC3E}">
        <p14:creationId xmlns:p14="http://schemas.microsoft.com/office/powerpoint/2010/main" val="69342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3"/>
          <p:cNvSpPr txBox="1">
            <a:spLocks noGrp="1"/>
          </p:cNvSpPr>
          <p:nvPr>
            <p:ph type="title"/>
          </p:nvPr>
        </p:nvSpPr>
        <p:spPr>
          <a:xfrm>
            <a:off x="3408960" y="2435500"/>
            <a:ext cx="4739700" cy="153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hu-HU" dirty="0"/>
              <a:t>Ács Norbert</a:t>
            </a:r>
            <a:endParaRPr dirty="0"/>
          </a:p>
        </p:txBody>
      </p:sp>
      <p:sp>
        <p:nvSpPr>
          <p:cNvPr id="413" name="Google Shape;413;p33"/>
          <p:cNvSpPr txBox="1">
            <a:spLocks noGrp="1"/>
          </p:cNvSpPr>
          <p:nvPr>
            <p:ph type="title" idx="2"/>
          </p:nvPr>
        </p:nvSpPr>
        <p:spPr>
          <a:xfrm>
            <a:off x="6674014" y="1506938"/>
            <a:ext cx="1474500" cy="841800"/>
          </a:xfrm>
          <a:prstGeom prst="rect">
            <a:avLst/>
          </a:prstGeom>
        </p:spPr>
        <p:txBody>
          <a:bodyPr spcFirstLastPara="1" wrap="square" lIns="91425" tIns="91425" rIns="91425" bIns="0" anchor="b" anchorCtr="0">
            <a:noAutofit/>
          </a:bodyPr>
          <a:lstStyle/>
          <a:p>
            <a:pPr marL="0" lvl="0" indent="0" algn="r" rtl="0">
              <a:spcBef>
                <a:spcPts val="0"/>
              </a:spcBef>
              <a:spcAft>
                <a:spcPts val="0"/>
              </a:spcAft>
              <a:buNone/>
            </a:pPr>
            <a:r>
              <a:rPr lang="en" dirty="0"/>
              <a:t>0</a:t>
            </a:r>
            <a:r>
              <a:rPr lang="hu-HU" dirty="0"/>
              <a:t>3</a:t>
            </a:r>
            <a:endParaRPr dirty="0"/>
          </a:p>
        </p:txBody>
      </p:sp>
      <p:grpSp>
        <p:nvGrpSpPr>
          <p:cNvPr id="414" name="Google Shape;414;p33"/>
          <p:cNvGrpSpPr/>
          <p:nvPr/>
        </p:nvGrpSpPr>
        <p:grpSpPr>
          <a:xfrm>
            <a:off x="-4896949" y="-4135552"/>
            <a:ext cx="14980516" cy="14319171"/>
            <a:chOff x="-4896949" y="-4135552"/>
            <a:chExt cx="14980516" cy="14319171"/>
          </a:xfrm>
        </p:grpSpPr>
        <p:grpSp>
          <p:nvGrpSpPr>
            <p:cNvPr id="415" name="Google Shape;415;p33"/>
            <p:cNvGrpSpPr/>
            <p:nvPr/>
          </p:nvGrpSpPr>
          <p:grpSpPr>
            <a:xfrm rot="-5400000" flipH="1">
              <a:off x="-4802430" y="-1617120"/>
              <a:ext cx="8045194" cy="8234233"/>
              <a:chOff x="2442960" y="-713814"/>
              <a:chExt cx="5735915" cy="5870692"/>
            </a:xfrm>
          </p:grpSpPr>
          <p:sp>
            <p:nvSpPr>
              <p:cNvPr id="416" name="Google Shape;416;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7" name="Google Shape;417;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19" name="Google Shape;419;p33"/>
            <p:cNvGrpSpPr/>
            <p:nvPr/>
          </p:nvGrpSpPr>
          <p:grpSpPr>
            <a:xfrm rot="10800000" flipH="1">
              <a:off x="4057415" y="4015869"/>
              <a:ext cx="6026152" cy="6167749"/>
              <a:chOff x="2442960" y="-713814"/>
              <a:chExt cx="5735915" cy="5870692"/>
            </a:xfrm>
          </p:grpSpPr>
          <p:sp>
            <p:nvSpPr>
              <p:cNvPr id="420" name="Google Shape;420;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1" name="Google Shape;421;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2" name="Google Shape;422;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23" name="Google Shape;423;p33"/>
            <p:cNvGrpSpPr/>
            <p:nvPr/>
          </p:nvGrpSpPr>
          <p:grpSpPr>
            <a:xfrm flipH="1">
              <a:off x="3219095" y="-4135552"/>
              <a:ext cx="5735915" cy="5870692"/>
              <a:chOff x="2442960" y="-713814"/>
              <a:chExt cx="5735915" cy="5870692"/>
            </a:xfrm>
          </p:grpSpPr>
          <p:sp>
            <p:nvSpPr>
              <p:cNvPr id="424" name="Google Shape;424;p33"/>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5" name="Google Shape;425;p33"/>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6" name="Google Shape;426;p33"/>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extLst>
      <p:ext uri="{BB962C8B-B14F-4D97-AF65-F5344CB8AC3E}">
        <p14:creationId xmlns:p14="http://schemas.microsoft.com/office/powerpoint/2010/main" val="2912931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4"/>
          <p:cNvSpPr txBox="1">
            <a:spLocks noGrp="1"/>
          </p:cNvSpPr>
          <p:nvPr>
            <p:ph type="subTitle" idx="4"/>
          </p:nvPr>
        </p:nvSpPr>
        <p:spPr>
          <a:xfrm>
            <a:off x="4949500" y="2345514"/>
            <a:ext cx="2693100" cy="3420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THE GOAL</a:t>
            </a:r>
            <a:endParaRPr/>
          </a:p>
        </p:txBody>
      </p:sp>
      <p:sp>
        <p:nvSpPr>
          <p:cNvPr id="432" name="Google Shape;432;p3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OBJECTIVES</a:t>
            </a:r>
            <a:endParaRPr/>
          </a:p>
        </p:txBody>
      </p:sp>
      <p:sp>
        <p:nvSpPr>
          <p:cNvPr id="433" name="Google Shape;433;p34"/>
          <p:cNvSpPr txBox="1">
            <a:spLocks noGrp="1"/>
          </p:cNvSpPr>
          <p:nvPr>
            <p:ph type="subTitle" idx="1"/>
          </p:nvPr>
        </p:nvSpPr>
        <p:spPr>
          <a:xfrm>
            <a:off x="4949502" y="2662031"/>
            <a:ext cx="2693100" cy="128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Goals inside a company are usually specific and measurable, with clearly defined deadlines and outcomes. The company’s goals help focus the actions of the organization and ensure resources are used effectively</a:t>
            </a:r>
            <a:endParaRPr/>
          </a:p>
        </p:txBody>
      </p:sp>
      <p:sp>
        <p:nvSpPr>
          <p:cNvPr id="434" name="Google Shape;434;p34"/>
          <p:cNvSpPr txBox="1">
            <a:spLocks noGrp="1"/>
          </p:cNvSpPr>
          <p:nvPr>
            <p:ph type="subTitle" idx="2"/>
          </p:nvPr>
        </p:nvSpPr>
        <p:spPr>
          <a:xfrm>
            <a:off x="1501398" y="2662031"/>
            <a:ext cx="2693100" cy="128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 aim in a corporate context is a goal or desired result that the organization seeks to achieve. The aim should be clear and achievable, and often serves as the basis for further planning actions inside the organization</a:t>
            </a:r>
            <a:endParaRPr/>
          </a:p>
        </p:txBody>
      </p:sp>
      <p:sp>
        <p:nvSpPr>
          <p:cNvPr id="435" name="Google Shape;435;p34"/>
          <p:cNvSpPr txBox="1">
            <a:spLocks noGrp="1"/>
          </p:cNvSpPr>
          <p:nvPr>
            <p:ph type="subTitle" idx="3"/>
          </p:nvPr>
        </p:nvSpPr>
        <p:spPr>
          <a:xfrm>
            <a:off x="1501398" y="2345514"/>
            <a:ext cx="2693100" cy="3420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OUR AIM</a:t>
            </a:r>
            <a:endParaRPr/>
          </a:p>
        </p:txBody>
      </p:sp>
      <p:sp>
        <p:nvSpPr>
          <p:cNvPr id="436" name="Google Shape;436;p34"/>
          <p:cNvSpPr/>
          <p:nvPr/>
        </p:nvSpPr>
        <p:spPr>
          <a:xfrm rot="-8100000">
            <a:off x="2559663" y="1605907"/>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7" name="Google Shape;437;p34"/>
          <p:cNvSpPr/>
          <p:nvPr/>
        </p:nvSpPr>
        <p:spPr>
          <a:xfrm rot="-8100000">
            <a:off x="6007763" y="1605907"/>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438" name="Google Shape;438;p34"/>
          <p:cNvGrpSpPr/>
          <p:nvPr/>
        </p:nvGrpSpPr>
        <p:grpSpPr>
          <a:xfrm>
            <a:off x="6140637" y="1722037"/>
            <a:ext cx="310836" cy="310597"/>
            <a:chOff x="4134751" y="2672615"/>
            <a:chExt cx="330501" cy="330247"/>
          </a:xfrm>
        </p:grpSpPr>
        <p:sp>
          <p:nvSpPr>
            <p:cNvPr id="439" name="Google Shape;439;p34"/>
            <p:cNvSpPr/>
            <p:nvPr/>
          </p:nvSpPr>
          <p:spPr>
            <a:xfrm>
              <a:off x="4270720" y="2672615"/>
              <a:ext cx="96877" cy="172754"/>
            </a:xfrm>
            <a:custGeom>
              <a:avLst/>
              <a:gdLst/>
              <a:ahLst/>
              <a:cxnLst/>
              <a:rect l="l" t="t" r="r" b="b"/>
              <a:pathLst>
                <a:path w="155003" h="276407" extrusionOk="0">
                  <a:moveTo>
                    <a:pt x="139504" y="153971"/>
                  </a:moveTo>
                  <a:cubicBezTo>
                    <a:pt x="113862" y="153971"/>
                    <a:pt x="93002" y="133111"/>
                    <a:pt x="93002" y="107469"/>
                  </a:cubicBezTo>
                  <a:cubicBezTo>
                    <a:pt x="93002" y="87288"/>
                    <a:pt x="106000" y="70244"/>
                    <a:pt x="124003" y="63823"/>
                  </a:cubicBezTo>
                  <a:lnTo>
                    <a:pt x="124003" y="0"/>
                  </a:lnTo>
                  <a:cubicBezTo>
                    <a:pt x="54443" y="7826"/>
                    <a:pt x="0" y="66851"/>
                    <a:pt x="0" y="138470"/>
                  </a:cubicBezTo>
                  <a:cubicBezTo>
                    <a:pt x="0" y="210089"/>
                    <a:pt x="54443" y="268581"/>
                    <a:pt x="124003" y="276407"/>
                  </a:cubicBezTo>
                  <a:lnTo>
                    <a:pt x="124003" y="213117"/>
                  </a:lnTo>
                  <a:cubicBezTo>
                    <a:pt x="106000" y="206697"/>
                    <a:pt x="93002" y="189652"/>
                    <a:pt x="93002" y="169471"/>
                  </a:cubicBezTo>
                  <a:lnTo>
                    <a:pt x="124003" y="169471"/>
                  </a:lnTo>
                  <a:cubicBezTo>
                    <a:pt x="124003" y="178023"/>
                    <a:pt x="130951" y="184971"/>
                    <a:pt x="139504" y="184971"/>
                  </a:cubicBezTo>
                  <a:cubicBezTo>
                    <a:pt x="148056" y="184971"/>
                    <a:pt x="155004" y="178023"/>
                    <a:pt x="155004" y="169471"/>
                  </a:cubicBezTo>
                  <a:cubicBezTo>
                    <a:pt x="155004" y="160919"/>
                    <a:pt x="148056" y="153971"/>
                    <a:pt x="139504" y="1539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34"/>
            <p:cNvSpPr/>
            <p:nvPr/>
          </p:nvSpPr>
          <p:spPr>
            <a:xfrm>
              <a:off x="4348049" y="2672615"/>
              <a:ext cx="96877" cy="172754"/>
            </a:xfrm>
            <a:custGeom>
              <a:avLst/>
              <a:gdLst/>
              <a:ahLst/>
              <a:cxnLst/>
              <a:rect l="l" t="t" r="r" b="b"/>
              <a:pathLst>
                <a:path w="155003" h="276407" extrusionOk="0">
                  <a:moveTo>
                    <a:pt x="31001" y="0"/>
                  </a:moveTo>
                  <a:lnTo>
                    <a:pt x="31001" y="63823"/>
                  </a:lnTo>
                  <a:cubicBezTo>
                    <a:pt x="49004" y="70244"/>
                    <a:pt x="62002" y="87288"/>
                    <a:pt x="62002" y="107469"/>
                  </a:cubicBezTo>
                  <a:lnTo>
                    <a:pt x="31001" y="107469"/>
                  </a:lnTo>
                  <a:cubicBezTo>
                    <a:pt x="31001" y="98917"/>
                    <a:pt x="24052" y="91969"/>
                    <a:pt x="15500" y="91969"/>
                  </a:cubicBezTo>
                  <a:cubicBezTo>
                    <a:pt x="6948" y="91969"/>
                    <a:pt x="0" y="98917"/>
                    <a:pt x="0" y="107469"/>
                  </a:cubicBezTo>
                  <a:cubicBezTo>
                    <a:pt x="0" y="116021"/>
                    <a:pt x="6948" y="122970"/>
                    <a:pt x="15500" y="122970"/>
                  </a:cubicBezTo>
                  <a:cubicBezTo>
                    <a:pt x="41142" y="122970"/>
                    <a:pt x="62002" y="143829"/>
                    <a:pt x="62002" y="169471"/>
                  </a:cubicBezTo>
                  <a:cubicBezTo>
                    <a:pt x="62002" y="189652"/>
                    <a:pt x="49004" y="206697"/>
                    <a:pt x="31001" y="213117"/>
                  </a:cubicBezTo>
                  <a:lnTo>
                    <a:pt x="31001" y="276407"/>
                  </a:lnTo>
                  <a:cubicBezTo>
                    <a:pt x="100561" y="268581"/>
                    <a:pt x="155004" y="210089"/>
                    <a:pt x="155004" y="138470"/>
                  </a:cubicBezTo>
                  <a:cubicBezTo>
                    <a:pt x="155004" y="66851"/>
                    <a:pt x="100561" y="7826"/>
                    <a:pt x="3100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34"/>
            <p:cNvSpPr/>
            <p:nvPr/>
          </p:nvSpPr>
          <p:spPr>
            <a:xfrm>
              <a:off x="4134751" y="2886558"/>
              <a:ext cx="58126" cy="116253"/>
            </a:xfrm>
            <a:custGeom>
              <a:avLst/>
              <a:gdLst/>
              <a:ahLst/>
              <a:cxnLst/>
              <a:rect l="l" t="t" r="r" b="b"/>
              <a:pathLst>
                <a:path w="93002" h="186004" extrusionOk="0">
                  <a:moveTo>
                    <a:pt x="0" y="0"/>
                  </a:moveTo>
                  <a:lnTo>
                    <a:pt x="93002" y="0"/>
                  </a:lnTo>
                  <a:lnTo>
                    <a:pt x="93002" y="186005"/>
                  </a:lnTo>
                  <a:lnTo>
                    <a:pt x="0" y="18600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34"/>
            <p:cNvSpPr/>
            <p:nvPr/>
          </p:nvSpPr>
          <p:spPr>
            <a:xfrm>
              <a:off x="4212080" y="2863482"/>
              <a:ext cx="253172" cy="139379"/>
            </a:xfrm>
            <a:custGeom>
              <a:avLst/>
              <a:gdLst/>
              <a:ahLst/>
              <a:cxnLst/>
              <a:rect l="l" t="t" r="r" b="b"/>
              <a:pathLst>
                <a:path w="405076" h="223007" extrusionOk="0">
                  <a:moveTo>
                    <a:pt x="396358" y="74527"/>
                  </a:moveTo>
                  <a:cubicBezTo>
                    <a:pt x="372049" y="40287"/>
                    <a:pt x="323087" y="31614"/>
                    <a:pt x="288045" y="54683"/>
                  </a:cubicBezTo>
                  <a:lnTo>
                    <a:pt x="268294" y="67690"/>
                  </a:lnTo>
                  <a:cubicBezTo>
                    <a:pt x="250875" y="104386"/>
                    <a:pt x="213749" y="130005"/>
                    <a:pt x="170504" y="130005"/>
                  </a:cubicBezTo>
                  <a:lnTo>
                    <a:pt x="108503" y="130005"/>
                  </a:lnTo>
                  <a:lnTo>
                    <a:pt x="108503" y="99005"/>
                  </a:lnTo>
                  <a:lnTo>
                    <a:pt x="170504" y="99005"/>
                  </a:lnTo>
                  <a:cubicBezTo>
                    <a:pt x="207928" y="99005"/>
                    <a:pt x="239236" y="72335"/>
                    <a:pt x="246438" y="37003"/>
                  </a:cubicBezTo>
                  <a:lnTo>
                    <a:pt x="151204" y="37003"/>
                  </a:lnTo>
                  <a:cubicBezTo>
                    <a:pt x="147436" y="37003"/>
                    <a:pt x="143802" y="35626"/>
                    <a:pt x="140956" y="33128"/>
                  </a:cubicBezTo>
                  <a:lnTo>
                    <a:pt x="133675" y="26725"/>
                  </a:lnTo>
                  <a:cubicBezTo>
                    <a:pt x="95883" y="-6527"/>
                    <a:pt x="40475" y="-8604"/>
                    <a:pt x="0" y="19683"/>
                  </a:cubicBezTo>
                  <a:lnTo>
                    <a:pt x="0" y="223008"/>
                  </a:lnTo>
                  <a:lnTo>
                    <a:pt x="222197" y="223008"/>
                  </a:lnTo>
                  <a:lnTo>
                    <a:pt x="405077" y="86804"/>
                  </a:lnTo>
                  <a:lnTo>
                    <a:pt x="396358" y="74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3" name="Google Shape;443;p34"/>
          <p:cNvGrpSpPr/>
          <p:nvPr/>
        </p:nvGrpSpPr>
        <p:grpSpPr>
          <a:xfrm>
            <a:off x="2692629" y="1738698"/>
            <a:ext cx="310631" cy="311000"/>
            <a:chOff x="7146815" y="4222017"/>
            <a:chExt cx="330283" cy="330675"/>
          </a:xfrm>
        </p:grpSpPr>
        <p:sp>
          <p:nvSpPr>
            <p:cNvPr id="444" name="Google Shape;444;p34"/>
            <p:cNvSpPr/>
            <p:nvPr/>
          </p:nvSpPr>
          <p:spPr>
            <a:xfrm>
              <a:off x="7321449" y="4222017"/>
              <a:ext cx="155649" cy="275911"/>
            </a:xfrm>
            <a:custGeom>
              <a:avLst/>
              <a:gdLst/>
              <a:ahLst/>
              <a:cxnLst/>
              <a:rect l="l" t="t" r="r" b="b"/>
              <a:pathLst>
                <a:path w="249039" h="441458" extrusionOk="0">
                  <a:moveTo>
                    <a:pt x="0" y="0"/>
                  </a:moveTo>
                  <a:lnTo>
                    <a:pt x="0" y="258213"/>
                  </a:lnTo>
                  <a:lnTo>
                    <a:pt x="179216" y="441458"/>
                  </a:lnTo>
                  <a:cubicBezTo>
                    <a:pt x="221798" y="394636"/>
                    <a:pt x="249040" y="332668"/>
                    <a:pt x="249040" y="264540"/>
                  </a:cubicBezTo>
                  <a:cubicBezTo>
                    <a:pt x="249040" y="124471"/>
                    <a:pt x="138073" y="8092"/>
                    <a:pt x="0" y="0"/>
                  </a:cubicBezTo>
                  <a:close/>
                  <a:moveTo>
                    <a:pt x="108503" y="187038"/>
                  </a:moveTo>
                  <a:cubicBezTo>
                    <a:pt x="134145" y="187038"/>
                    <a:pt x="155004" y="207897"/>
                    <a:pt x="155004" y="233539"/>
                  </a:cubicBezTo>
                  <a:cubicBezTo>
                    <a:pt x="155004" y="253721"/>
                    <a:pt x="142006" y="270765"/>
                    <a:pt x="124003" y="277185"/>
                  </a:cubicBezTo>
                  <a:lnTo>
                    <a:pt x="124003" y="311041"/>
                  </a:lnTo>
                  <a:lnTo>
                    <a:pt x="93002" y="311041"/>
                  </a:lnTo>
                  <a:lnTo>
                    <a:pt x="93002" y="277185"/>
                  </a:lnTo>
                  <a:cubicBezTo>
                    <a:pt x="74999" y="270765"/>
                    <a:pt x="62002" y="253721"/>
                    <a:pt x="62002" y="233539"/>
                  </a:cubicBezTo>
                  <a:lnTo>
                    <a:pt x="93002" y="233539"/>
                  </a:lnTo>
                  <a:cubicBezTo>
                    <a:pt x="93002" y="242091"/>
                    <a:pt x="99951" y="249040"/>
                    <a:pt x="108503" y="249040"/>
                  </a:cubicBezTo>
                  <a:cubicBezTo>
                    <a:pt x="117055" y="249040"/>
                    <a:pt x="124003" y="242091"/>
                    <a:pt x="124003" y="233539"/>
                  </a:cubicBezTo>
                  <a:cubicBezTo>
                    <a:pt x="124003" y="224987"/>
                    <a:pt x="117055" y="218039"/>
                    <a:pt x="108503" y="218039"/>
                  </a:cubicBezTo>
                  <a:cubicBezTo>
                    <a:pt x="82861" y="218039"/>
                    <a:pt x="62002" y="197179"/>
                    <a:pt x="62002" y="171538"/>
                  </a:cubicBezTo>
                  <a:cubicBezTo>
                    <a:pt x="62002" y="151356"/>
                    <a:pt x="74999" y="134312"/>
                    <a:pt x="93002" y="127892"/>
                  </a:cubicBezTo>
                  <a:lnTo>
                    <a:pt x="93002" y="94036"/>
                  </a:lnTo>
                  <a:lnTo>
                    <a:pt x="124003" y="94036"/>
                  </a:lnTo>
                  <a:lnTo>
                    <a:pt x="124003" y="127892"/>
                  </a:lnTo>
                  <a:cubicBezTo>
                    <a:pt x="142006" y="134312"/>
                    <a:pt x="155004" y="151356"/>
                    <a:pt x="155004" y="171538"/>
                  </a:cubicBezTo>
                  <a:lnTo>
                    <a:pt x="124003" y="171538"/>
                  </a:lnTo>
                  <a:cubicBezTo>
                    <a:pt x="124003" y="162986"/>
                    <a:pt x="117055" y="156037"/>
                    <a:pt x="108503" y="156037"/>
                  </a:cubicBezTo>
                  <a:cubicBezTo>
                    <a:pt x="99951" y="156037"/>
                    <a:pt x="93002" y="162986"/>
                    <a:pt x="93002" y="171538"/>
                  </a:cubicBezTo>
                  <a:cubicBezTo>
                    <a:pt x="93002" y="180090"/>
                    <a:pt x="99951" y="187038"/>
                    <a:pt x="108503" y="1870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34"/>
            <p:cNvSpPr/>
            <p:nvPr/>
          </p:nvSpPr>
          <p:spPr>
            <a:xfrm>
              <a:off x="7146815" y="4222017"/>
              <a:ext cx="273210" cy="330675"/>
            </a:xfrm>
            <a:custGeom>
              <a:avLst/>
              <a:gdLst/>
              <a:ahLst/>
              <a:cxnLst/>
              <a:rect l="l" t="t" r="r" b="b"/>
              <a:pathLst>
                <a:path w="437136" h="529080" extrusionOk="0">
                  <a:moveTo>
                    <a:pt x="249040" y="270867"/>
                  </a:moveTo>
                  <a:lnTo>
                    <a:pt x="249040" y="0"/>
                  </a:lnTo>
                  <a:cubicBezTo>
                    <a:pt x="110966" y="8092"/>
                    <a:pt x="0" y="124471"/>
                    <a:pt x="0" y="264540"/>
                  </a:cubicBezTo>
                  <a:cubicBezTo>
                    <a:pt x="0" y="409841"/>
                    <a:pt x="119239" y="529080"/>
                    <a:pt x="264540" y="529080"/>
                  </a:cubicBezTo>
                  <a:cubicBezTo>
                    <a:pt x="330572" y="529080"/>
                    <a:pt x="390848" y="503458"/>
                    <a:pt x="437137" y="463184"/>
                  </a:cubicBezTo>
                  <a:lnTo>
                    <a:pt x="249040" y="27086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5"/>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RESOURCES</a:t>
            </a:r>
            <a:endParaRPr/>
          </a:p>
        </p:txBody>
      </p:sp>
      <p:sp>
        <p:nvSpPr>
          <p:cNvPr id="451" name="Google Shape;451;p35"/>
          <p:cNvSpPr txBox="1">
            <a:spLocks noGrp="1"/>
          </p:cNvSpPr>
          <p:nvPr>
            <p:ph type="subTitle" idx="4"/>
          </p:nvPr>
        </p:nvSpPr>
        <p:spPr>
          <a:xfrm>
            <a:off x="971563" y="2035550"/>
            <a:ext cx="2256600" cy="5727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HUMAN</a:t>
            </a:r>
            <a:endParaRPr/>
          </a:p>
          <a:p>
            <a:pPr marL="0" lvl="0" indent="0" algn="ctr" rtl="0">
              <a:spcBef>
                <a:spcPts val="0"/>
              </a:spcBef>
              <a:spcAft>
                <a:spcPts val="0"/>
              </a:spcAft>
              <a:buNone/>
            </a:pPr>
            <a:r>
              <a:rPr lang="en"/>
              <a:t>RESOURCES</a:t>
            </a:r>
            <a:endParaRPr/>
          </a:p>
        </p:txBody>
      </p:sp>
      <p:sp>
        <p:nvSpPr>
          <p:cNvPr id="452" name="Google Shape;452;p35"/>
          <p:cNvSpPr txBox="1">
            <a:spLocks noGrp="1"/>
          </p:cNvSpPr>
          <p:nvPr>
            <p:ph type="subTitle" idx="5"/>
          </p:nvPr>
        </p:nvSpPr>
        <p:spPr>
          <a:xfrm>
            <a:off x="3443700" y="2035550"/>
            <a:ext cx="2256600" cy="5727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FINANCIAL RESOURCES</a:t>
            </a:r>
            <a:endParaRPr/>
          </a:p>
        </p:txBody>
      </p:sp>
      <p:sp>
        <p:nvSpPr>
          <p:cNvPr id="453" name="Google Shape;453;p35"/>
          <p:cNvSpPr txBox="1">
            <a:spLocks noGrp="1"/>
          </p:cNvSpPr>
          <p:nvPr>
            <p:ph type="subTitle" idx="1"/>
          </p:nvPr>
        </p:nvSpPr>
        <p:spPr>
          <a:xfrm>
            <a:off x="971562" y="2611800"/>
            <a:ext cx="2256600" cy="163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project team is responsible for the successful execution of the project. Our team is composed of experienced professionals with the necessary skills and expertise to complete the project on time and within budget</a:t>
            </a:r>
            <a:endParaRPr/>
          </a:p>
        </p:txBody>
      </p:sp>
      <p:sp>
        <p:nvSpPr>
          <p:cNvPr id="454" name="Google Shape;454;p35"/>
          <p:cNvSpPr txBox="1">
            <a:spLocks noGrp="1"/>
          </p:cNvSpPr>
          <p:nvPr>
            <p:ph type="subTitle" idx="2"/>
          </p:nvPr>
        </p:nvSpPr>
        <p:spPr>
          <a:xfrm>
            <a:off x="3443700" y="2611799"/>
            <a:ext cx="2256600" cy="163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project budget is $100,000. This budget includes all expenses associated with the project, including salaries and equipment. We have allocated these resources to ensure that we are able to complete the project within budget</a:t>
            </a:r>
            <a:endParaRPr/>
          </a:p>
        </p:txBody>
      </p:sp>
      <p:sp>
        <p:nvSpPr>
          <p:cNvPr id="455" name="Google Shape;455;p35"/>
          <p:cNvSpPr txBox="1">
            <a:spLocks noGrp="1"/>
          </p:cNvSpPr>
          <p:nvPr>
            <p:ph type="subTitle" idx="3"/>
          </p:nvPr>
        </p:nvSpPr>
        <p:spPr>
          <a:xfrm>
            <a:off x="5915837" y="2611799"/>
            <a:ext cx="2256600" cy="163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project requires a number of specialized pieces of equipment. We will be using [insert equipment and their functions]. All equipment is in good working condition and has been tested and calibrated prior to use</a:t>
            </a:r>
            <a:endParaRPr/>
          </a:p>
        </p:txBody>
      </p:sp>
      <p:sp>
        <p:nvSpPr>
          <p:cNvPr id="456" name="Google Shape;456;p35"/>
          <p:cNvSpPr txBox="1">
            <a:spLocks noGrp="1"/>
          </p:cNvSpPr>
          <p:nvPr>
            <p:ph type="subTitle" idx="6"/>
          </p:nvPr>
        </p:nvSpPr>
        <p:spPr>
          <a:xfrm>
            <a:off x="5915838" y="2035550"/>
            <a:ext cx="2256600" cy="5727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PHYSICAL RESOURCES</a:t>
            </a:r>
            <a:endParaRPr/>
          </a:p>
        </p:txBody>
      </p:sp>
      <p:sp>
        <p:nvSpPr>
          <p:cNvPr id="457" name="Google Shape;457;p35"/>
          <p:cNvSpPr/>
          <p:nvPr/>
        </p:nvSpPr>
        <p:spPr>
          <a:xfrm rot="-8100000">
            <a:off x="1811575" y="1235314"/>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8" name="Google Shape;458;p35"/>
          <p:cNvSpPr/>
          <p:nvPr/>
        </p:nvSpPr>
        <p:spPr>
          <a:xfrm rot="-8100000">
            <a:off x="4283713" y="1235314"/>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9" name="Google Shape;459;p35"/>
          <p:cNvSpPr/>
          <p:nvPr/>
        </p:nvSpPr>
        <p:spPr>
          <a:xfrm rot="-8100000">
            <a:off x="6755850" y="1235314"/>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460" name="Google Shape;460;p35"/>
          <p:cNvGrpSpPr/>
          <p:nvPr/>
        </p:nvGrpSpPr>
        <p:grpSpPr>
          <a:xfrm>
            <a:off x="4435330" y="1351361"/>
            <a:ext cx="273339" cy="310752"/>
            <a:chOff x="952964" y="3457434"/>
            <a:chExt cx="290632" cy="330412"/>
          </a:xfrm>
        </p:grpSpPr>
        <p:sp>
          <p:nvSpPr>
            <p:cNvPr id="461" name="Google Shape;461;p35"/>
            <p:cNvSpPr/>
            <p:nvPr/>
          </p:nvSpPr>
          <p:spPr>
            <a:xfrm>
              <a:off x="1028197" y="3457434"/>
              <a:ext cx="139829" cy="58126"/>
            </a:xfrm>
            <a:custGeom>
              <a:avLst/>
              <a:gdLst/>
              <a:ahLst/>
              <a:cxnLst/>
              <a:rect l="l" t="t" r="r" b="b"/>
              <a:pathLst>
                <a:path w="223726" h="93002" extrusionOk="0">
                  <a:moveTo>
                    <a:pt x="179980" y="0"/>
                  </a:moveTo>
                  <a:lnTo>
                    <a:pt x="169883" y="0"/>
                  </a:lnTo>
                  <a:lnTo>
                    <a:pt x="111863" y="29154"/>
                  </a:lnTo>
                  <a:lnTo>
                    <a:pt x="57127" y="1650"/>
                  </a:lnTo>
                  <a:lnTo>
                    <a:pt x="53540" y="0"/>
                  </a:lnTo>
                  <a:lnTo>
                    <a:pt x="43443" y="0"/>
                  </a:lnTo>
                  <a:lnTo>
                    <a:pt x="0" y="43443"/>
                  </a:lnTo>
                  <a:lnTo>
                    <a:pt x="24780" y="93002"/>
                  </a:lnTo>
                  <a:lnTo>
                    <a:pt x="198946" y="93002"/>
                  </a:lnTo>
                  <a:lnTo>
                    <a:pt x="223726" y="434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35"/>
            <p:cNvSpPr/>
            <p:nvPr/>
          </p:nvSpPr>
          <p:spPr>
            <a:xfrm>
              <a:off x="1049625" y="3534762"/>
              <a:ext cx="96877" cy="20667"/>
            </a:xfrm>
            <a:custGeom>
              <a:avLst/>
              <a:gdLst/>
              <a:ahLst/>
              <a:cxnLst/>
              <a:rect l="l" t="t" r="r" b="b"/>
              <a:pathLst>
                <a:path w="155003" h="33067" extrusionOk="0">
                  <a:moveTo>
                    <a:pt x="0" y="0"/>
                  </a:moveTo>
                  <a:lnTo>
                    <a:pt x="155004" y="0"/>
                  </a:lnTo>
                  <a:lnTo>
                    <a:pt x="155004" y="33068"/>
                  </a:lnTo>
                  <a:lnTo>
                    <a:pt x="0" y="330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35"/>
            <p:cNvSpPr/>
            <p:nvPr/>
          </p:nvSpPr>
          <p:spPr>
            <a:xfrm>
              <a:off x="952964" y="3574715"/>
              <a:ext cx="290632" cy="213130"/>
            </a:xfrm>
            <a:custGeom>
              <a:avLst/>
              <a:gdLst/>
              <a:ahLst/>
              <a:cxnLst/>
              <a:rect l="l" t="t" r="r" b="b"/>
              <a:pathLst>
                <a:path w="465011" h="341008" extrusionOk="0">
                  <a:moveTo>
                    <a:pt x="461243" y="184566"/>
                  </a:moveTo>
                  <a:cubicBezTo>
                    <a:pt x="442957" y="111411"/>
                    <a:pt x="400134" y="46164"/>
                    <a:pt x="340613" y="0"/>
                  </a:cubicBezTo>
                  <a:lnTo>
                    <a:pt x="124399" y="0"/>
                  </a:lnTo>
                  <a:cubicBezTo>
                    <a:pt x="64878" y="46164"/>
                    <a:pt x="22055" y="111411"/>
                    <a:pt x="3770" y="184552"/>
                  </a:cubicBezTo>
                  <a:cubicBezTo>
                    <a:pt x="1271" y="194511"/>
                    <a:pt x="0" y="204790"/>
                    <a:pt x="0" y="215098"/>
                  </a:cubicBezTo>
                  <a:cubicBezTo>
                    <a:pt x="0" y="284532"/>
                    <a:pt x="56476" y="341009"/>
                    <a:pt x="125911" y="341009"/>
                  </a:cubicBezTo>
                  <a:lnTo>
                    <a:pt x="339102" y="341009"/>
                  </a:lnTo>
                  <a:cubicBezTo>
                    <a:pt x="408536" y="341009"/>
                    <a:pt x="465012" y="284532"/>
                    <a:pt x="465012" y="215098"/>
                  </a:cubicBezTo>
                  <a:cubicBezTo>
                    <a:pt x="465012" y="204789"/>
                    <a:pt x="463741" y="194511"/>
                    <a:pt x="461243" y="184566"/>
                  </a:cubicBezTo>
                  <a:close/>
                  <a:moveTo>
                    <a:pt x="232506" y="155004"/>
                  </a:moveTo>
                  <a:cubicBezTo>
                    <a:pt x="258148" y="155004"/>
                    <a:pt x="279007" y="175863"/>
                    <a:pt x="279007" y="201505"/>
                  </a:cubicBezTo>
                  <a:cubicBezTo>
                    <a:pt x="279007" y="221687"/>
                    <a:pt x="266009" y="238731"/>
                    <a:pt x="248006" y="245151"/>
                  </a:cubicBezTo>
                  <a:lnTo>
                    <a:pt x="248006" y="279007"/>
                  </a:lnTo>
                  <a:lnTo>
                    <a:pt x="217005" y="279007"/>
                  </a:lnTo>
                  <a:lnTo>
                    <a:pt x="217005" y="245151"/>
                  </a:lnTo>
                  <a:cubicBezTo>
                    <a:pt x="199002" y="238731"/>
                    <a:pt x="186005" y="221687"/>
                    <a:pt x="186005" y="201505"/>
                  </a:cubicBezTo>
                  <a:lnTo>
                    <a:pt x="217005" y="201505"/>
                  </a:lnTo>
                  <a:cubicBezTo>
                    <a:pt x="217005" y="210057"/>
                    <a:pt x="223954" y="217005"/>
                    <a:pt x="232506" y="217005"/>
                  </a:cubicBezTo>
                  <a:cubicBezTo>
                    <a:pt x="241058" y="217005"/>
                    <a:pt x="248006" y="210057"/>
                    <a:pt x="248006" y="201505"/>
                  </a:cubicBezTo>
                  <a:cubicBezTo>
                    <a:pt x="248006" y="192953"/>
                    <a:pt x="241058" y="186005"/>
                    <a:pt x="232506" y="186005"/>
                  </a:cubicBezTo>
                  <a:cubicBezTo>
                    <a:pt x="206864" y="186005"/>
                    <a:pt x="186005" y="165145"/>
                    <a:pt x="186005" y="139504"/>
                  </a:cubicBezTo>
                  <a:cubicBezTo>
                    <a:pt x="186005" y="119322"/>
                    <a:pt x="199002" y="102278"/>
                    <a:pt x="217005" y="95858"/>
                  </a:cubicBezTo>
                  <a:lnTo>
                    <a:pt x="217005" y="62002"/>
                  </a:lnTo>
                  <a:lnTo>
                    <a:pt x="248006" y="62002"/>
                  </a:lnTo>
                  <a:lnTo>
                    <a:pt x="248006" y="95858"/>
                  </a:lnTo>
                  <a:cubicBezTo>
                    <a:pt x="266009" y="102278"/>
                    <a:pt x="279007" y="119322"/>
                    <a:pt x="279007" y="139504"/>
                  </a:cubicBezTo>
                  <a:lnTo>
                    <a:pt x="248006" y="139504"/>
                  </a:lnTo>
                  <a:cubicBezTo>
                    <a:pt x="248006" y="130951"/>
                    <a:pt x="241058" y="124003"/>
                    <a:pt x="232506" y="124003"/>
                  </a:cubicBezTo>
                  <a:cubicBezTo>
                    <a:pt x="223954" y="124003"/>
                    <a:pt x="217005" y="130951"/>
                    <a:pt x="217005" y="139504"/>
                  </a:cubicBezTo>
                  <a:cubicBezTo>
                    <a:pt x="217005" y="148056"/>
                    <a:pt x="223954" y="155004"/>
                    <a:pt x="232506" y="1550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4" name="Google Shape;464;p35"/>
          <p:cNvGrpSpPr/>
          <p:nvPr/>
        </p:nvGrpSpPr>
        <p:grpSpPr>
          <a:xfrm>
            <a:off x="6888638" y="1351551"/>
            <a:ext cx="311000" cy="310387"/>
            <a:chOff x="6454335" y="1227569"/>
            <a:chExt cx="330675" cy="330023"/>
          </a:xfrm>
        </p:grpSpPr>
        <p:sp>
          <p:nvSpPr>
            <p:cNvPr id="465" name="Google Shape;465;p35"/>
            <p:cNvSpPr/>
            <p:nvPr/>
          </p:nvSpPr>
          <p:spPr>
            <a:xfrm>
              <a:off x="6567283" y="1518196"/>
              <a:ext cx="104273" cy="39396"/>
            </a:xfrm>
            <a:custGeom>
              <a:avLst/>
              <a:gdLst/>
              <a:ahLst/>
              <a:cxnLst/>
              <a:rect l="l" t="t" r="r" b="b"/>
              <a:pathLst>
                <a:path w="166837" h="63034" extrusionOk="0">
                  <a:moveTo>
                    <a:pt x="135839" y="0"/>
                  </a:moveTo>
                  <a:lnTo>
                    <a:pt x="30999" y="0"/>
                  </a:lnTo>
                  <a:lnTo>
                    <a:pt x="0" y="63035"/>
                  </a:lnTo>
                  <a:lnTo>
                    <a:pt x="166838" y="6303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35"/>
            <p:cNvSpPr/>
            <p:nvPr/>
          </p:nvSpPr>
          <p:spPr>
            <a:xfrm>
              <a:off x="6454335" y="1227569"/>
              <a:ext cx="330675" cy="136274"/>
            </a:xfrm>
            <a:custGeom>
              <a:avLst/>
              <a:gdLst/>
              <a:ahLst/>
              <a:cxnLst/>
              <a:rect l="l" t="t" r="r" b="b"/>
              <a:pathLst>
                <a:path w="529080" h="218038" extrusionOk="0">
                  <a:moveTo>
                    <a:pt x="273062" y="2361"/>
                  </a:moveTo>
                  <a:lnTo>
                    <a:pt x="268991" y="0"/>
                  </a:lnTo>
                  <a:lnTo>
                    <a:pt x="260090" y="0"/>
                  </a:lnTo>
                  <a:lnTo>
                    <a:pt x="0" y="162940"/>
                  </a:lnTo>
                  <a:lnTo>
                    <a:pt x="0" y="218039"/>
                  </a:lnTo>
                  <a:lnTo>
                    <a:pt x="529080" y="218039"/>
                  </a:lnTo>
                  <a:lnTo>
                    <a:pt x="529080" y="162955"/>
                  </a:lnTo>
                  <a:lnTo>
                    <a:pt x="273062" y="2361"/>
                  </a:lnTo>
                  <a:close/>
                  <a:moveTo>
                    <a:pt x="264540" y="187038"/>
                  </a:moveTo>
                  <a:cubicBezTo>
                    <a:pt x="238898" y="187038"/>
                    <a:pt x="218039" y="166179"/>
                    <a:pt x="218039" y="140537"/>
                  </a:cubicBezTo>
                  <a:cubicBezTo>
                    <a:pt x="218039" y="114895"/>
                    <a:pt x="238898" y="94036"/>
                    <a:pt x="264540" y="94036"/>
                  </a:cubicBezTo>
                  <a:cubicBezTo>
                    <a:pt x="290182" y="94036"/>
                    <a:pt x="311041" y="114895"/>
                    <a:pt x="311041" y="140537"/>
                  </a:cubicBezTo>
                  <a:cubicBezTo>
                    <a:pt x="311041" y="166179"/>
                    <a:pt x="290182" y="187038"/>
                    <a:pt x="264540" y="1870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35"/>
            <p:cNvSpPr/>
            <p:nvPr/>
          </p:nvSpPr>
          <p:spPr>
            <a:xfrm>
              <a:off x="6706298" y="1421535"/>
              <a:ext cx="38751" cy="77502"/>
            </a:xfrm>
            <a:custGeom>
              <a:avLst/>
              <a:gdLst/>
              <a:ahLst/>
              <a:cxnLst/>
              <a:rect l="l" t="t" r="r" b="b"/>
              <a:pathLst>
                <a:path w="62001" h="124003" extrusionOk="0">
                  <a:moveTo>
                    <a:pt x="0" y="0"/>
                  </a:moveTo>
                  <a:lnTo>
                    <a:pt x="62002" y="0"/>
                  </a:lnTo>
                  <a:lnTo>
                    <a:pt x="62002" y="124003"/>
                  </a:lnTo>
                  <a:lnTo>
                    <a:pt x="0" y="12400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35"/>
            <p:cNvSpPr/>
            <p:nvPr/>
          </p:nvSpPr>
          <p:spPr>
            <a:xfrm>
              <a:off x="6686965" y="1382871"/>
              <a:ext cx="77502" cy="19375"/>
            </a:xfrm>
            <a:custGeom>
              <a:avLst/>
              <a:gdLst/>
              <a:ahLst/>
              <a:cxnLst/>
              <a:rect l="l" t="t" r="r" b="b"/>
              <a:pathLst>
                <a:path w="124003" h="31000" extrusionOk="0">
                  <a:moveTo>
                    <a:pt x="0" y="0"/>
                  </a:moveTo>
                  <a:lnTo>
                    <a:pt x="124003" y="0"/>
                  </a:lnTo>
                  <a:lnTo>
                    <a:pt x="124003" y="31001"/>
                  </a:lnTo>
                  <a:lnTo>
                    <a:pt x="0" y="310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35"/>
            <p:cNvSpPr/>
            <p:nvPr/>
          </p:nvSpPr>
          <p:spPr>
            <a:xfrm>
              <a:off x="6590304" y="1440867"/>
              <a:ext cx="58126" cy="58126"/>
            </a:xfrm>
            <a:custGeom>
              <a:avLst/>
              <a:gdLst/>
              <a:ahLst/>
              <a:cxnLst/>
              <a:rect l="l" t="t" r="r" b="b"/>
              <a:pathLst>
                <a:path w="93002" h="93002" extrusionOk="0">
                  <a:moveTo>
                    <a:pt x="46501" y="0"/>
                  </a:moveTo>
                  <a:cubicBezTo>
                    <a:pt x="20859" y="0"/>
                    <a:pt x="0" y="20859"/>
                    <a:pt x="0" y="46501"/>
                  </a:cubicBezTo>
                  <a:lnTo>
                    <a:pt x="0" y="93002"/>
                  </a:lnTo>
                  <a:lnTo>
                    <a:pt x="93002" y="93002"/>
                  </a:lnTo>
                  <a:lnTo>
                    <a:pt x="93002" y="46501"/>
                  </a:lnTo>
                  <a:cubicBezTo>
                    <a:pt x="93002" y="20859"/>
                    <a:pt x="72143" y="0"/>
                    <a:pt x="4650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35"/>
            <p:cNvSpPr/>
            <p:nvPr/>
          </p:nvSpPr>
          <p:spPr>
            <a:xfrm>
              <a:off x="6609637" y="1305542"/>
              <a:ext cx="19375" cy="19375"/>
            </a:xfrm>
            <a:custGeom>
              <a:avLst/>
              <a:gdLst/>
              <a:ahLst/>
              <a:cxnLst/>
              <a:rect l="l" t="t" r="r" b="b"/>
              <a:pathLst>
                <a:path w="31000" h="31000" extrusionOk="0">
                  <a:moveTo>
                    <a:pt x="15500" y="0"/>
                  </a:moveTo>
                  <a:cubicBezTo>
                    <a:pt x="6948" y="0"/>
                    <a:pt x="0" y="6948"/>
                    <a:pt x="0" y="15500"/>
                  </a:cubicBezTo>
                  <a:cubicBezTo>
                    <a:pt x="0" y="24052"/>
                    <a:pt x="6948" y="31001"/>
                    <a:pt x="15500" y="31001"/>
                  </a:cubicBezTo>
                  <a:cubicBezTo>
                    <a:pt x="24052" y="31001"/>
                    <a:pt x="31001" y="24052"/>
                    <a:pt x="31001" y="15500"/>
                  </a:cubicBezTo>
                  <a:cubicBezTo>
                    <a:pt x="31001" y="6948"/>
                    <a:pt x="24052" y="0"/>
                    <a:pt x="1550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35"/>
            <p:cNvSpPr/>
            <p:nvPr/>
          </p:nvSpPr>
          <p:spPr>
            <a:xfrm>
              <a:off x="6474312" y="1518196"/>
              <a:ext cx="90889" cy="39396"/>
            </a:xfrm>
            <a:custGeom>
              <a:avLst/>
              <a:gdLst/>
              <a:ahLst/>
              <a:cxnLst/>
              <a:rect l="l" t="t" r="r" b="b"/>
              <a:pathLst>
                <a:path w="145422" h="63034" extrusionOk="0">
                  <a:moveTo>
                    <a:pt x="0" y="0"/>
                  </a:moveTo>
                  <a:lnTo>
                    <a:pt x="0" y="63035"/>
                  </a:lnTo>
                  <a:lnTo>
                    <a:pt x="114423" y="63035"/>
                  </a:lnTo>
                  <a:lnTo>
                    <a:pt x="1454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35"/>
            <p:cNvSpPr/>
            <p:nvPr/>
          </p:nvSpPr>
          <p:spPr>
            <a:xfrm>
              <a:off x="6551640" y="1382871"/>
              <a:ext cx="135628" cy="116252"/>
            </a:xfrm>
            <a:custGeom>
              <a:avLst/>
              <a:gdLst/>
              <a:ahLst/>
              <a:cxnLst/>
              <a:rect l="l" t="t" r="r" b="b"/>
              <a:pathLst>
                <a:path w="217005" h="186004" extrusionOk="0">
                  <a:moveTo>
                    <a:pt x="186005" y="62002"/>
                  </a:moveTo>
                  <a:lnTo>
                    <a:pt x="186005" y="0"/>
                  </a:lnTo>
                  <a:lnTo>
                    <a:pt x="31001" y="0"/>
                  </a:lnTo>
                  <a:lnTo>
                    <a:pt x="31001" y="62002"/>
                  </a:lnTo>
                  <a:lnTo>
                    <a:pt x="0" y="62002"/>
                  </a:lnTo>
                  <a:lnTo>
                    <a:pt x="0" y="186005"/>
                  </a:lnTo>
                  <a:lnTo>
                    <a:pt x="31001" y="186005"/>
                  </a:lnTo>
                  <a:lnTo>
                    <a:pt x="31001" y="139504"/>
                  </a:lnTo>
                  <a:cubicBezTo>
                    <a:pt x="31001" y="96771"/>
                    <a:pt x="65770" y="62002"/>
                    <a:pt x="108503" y="62002"/>
                  </a:cubicBezTo>
                  <a:cubicBezTo>
                    <a:pt x="151235" y="62002"/>
                    <a:pt x="186005" y="96771"/>
                    <a:pt x="186005" y="139504"/>
                  </a:cubicBezTo>
                  <a:lnTo>
                    <a:pt x="186005" y="186005"/>
                  </a:lnTo>
                  <a:lnTo>
                    <a:pt x="217005" y="186005"/>
                  </a:lnTo>
                  <a:lnTo>
                    <a:pt x="217005" y="62002"/>
                  </a:lnTo>
                  <a:lnTo>
                    <a:pt x="186005" y="6200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35"/>
            <p:cNvSpPr/>
            <p:nvPr/>
          </p:nvSpPr>
          <p:spPr>
            <a:xfrm>
              <a:off x="6673608" y="1518196"/>
              <a:ext cx="90889" cy="39396"/>
            </a:xfrm>
            <a:custGeom>
              <a:avLst/>
              <a:gdLst/>
              <a:ahLst/>
              <a:cxnLst/>
              <a:rect l="l" t="t" r="r" b="b"/>
              <a:pathLst>
                <a:path w="145422" h="63034" extrusionOk="0">
                  <a:moveTo>
                    <a:pt x="0" y="0"/>
                  </a:moveTo>
                  <a:lnTo>
                    <a:pt x="30998" y="63035"/>
                  </a:lnTo>
                  <a:lnTo>
                    <a:pt x="145423" y="63035"/>
                  </a:lnTo>
                  <a:lnTo>
                    <a:pt x="1454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35"/>
            <p:cNvSpPr/>
            <p:nvPr/>
          </p:nvSpPr>
          <p:spPr>
            <a:xfrm>
              <a:off x="6474312" y="1382871"/>
              <a:ext cx="77502" cy="19375"/>
            </a:xfrm>
            <a:custGeom>
              <a:avLst/>
              <a:gdLst/>
              <a:ahLst/>
              <a:cxnLst/>
              <a:rect l="l" t="t" r="r" b="b"/>
              <a:pathLst>
                <a:path w="124003" h="31000" extrusionOk="0">
                  <a:moveTo>
                    <a:pt x="0" y="0"/>
                  </a:moveTo>
                  <a:lnTo>
                    <a:pt x="124003" y="0"/>
                  </a:lnTo>
                  <a:lnTo>
                    <a:pt x="124003" y="31001"/>
                  </a:lnTo>
                  <a:lnTo>
                    <a:pt x="0" y="310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35"/>
            <p:cNvSpPr/>
            <p:nvPr/>
          </p:nvSpPr>
          <p:spPr>
            <a:xfrm>
              <a:off x="6493643" y="1421535"/>
              <a:ext cx="38751" cy="77502"/>
            </a:xfrm>
            <a:custGeom>
              <a:avLst/>
              <a:gdLst/>
              <a:ahLst/>
              <a:cxnLst/>
              <a:rect l="l" t="t" r="r" b="b"/>
              <a:pathLst>
                <a:path w="62001" h="124003" extrusionOk="0">
                  <a:moveTo>
                    <a:pt x="0" y="0"/>
                  </a:moveTo>
                  <a:lnTo>
                    <a:pt x="62002" y="0"/>
                  </a:lnTo>
                  <a:lnTo>
                    <a:pt x="62002" y="124003"/>
                  </a:lnTo>
                  <a:lnTo>
                    <a:pt x="0" y="12400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6" name="Google Shape;476;p35"/>
          <p:cNvSpPr/>
          <p:nvPr/>
        </p:nvSpPr>
        <p:spPr>
          <a:xfrm>
            <a:off x="1970563" y="1359754"/>
            <a:ext cx="278866" cy="310834"/>
          </a:xfrm>
          <a:custGeom>
            <a:avLst/>
            <a:gdLst/>
            <a:ahLst/>
            <a:cxnLst/>
            <a:rect l="l" t="t" r="r" b="b"/>
            <a:pathLst>
              <a:path w="474666" h="529079" extrusionOk="0">
                <a:moveTo>
                  <a:pt x="403042" y="197725"/>
                </a:moveTo>
                <a:cubicBezTo>
                  <a:pt x="401952" y="138195"/>
                  <a:pt x="374958" y="82694"/>
                  <a:pt x="328601" y="44997"/>
                </a:cubicBezTo>
                <a:cubicBezTo>
                  <a:pt x="281273" y="6527"/>
                  <a:pt x="219201" y="-8219"/>
                  <a:pt x="158340" y="4423"/>
                </a:cubicBezTo>
                <a:cubicBezTo>
                  <a:pt x="81855" y="20349"/>
                  <a:pt x="19949" y="82543"/>
                  <a:pt x="4309" y="159165"/>
                </a:cubicBezTo>
                <a:cubicBezTo>
                  <a:pt x="-9937" y="228958"/>
                  <a:pt x="11607" y="298602"/>
                  <a:pt x="62006" y="346882"/>
                </a:cubicBezTo>
                <a:lnTo>
                  <a:pt x="62006" y="529080"/>
                </a:lnTo>
                <a:lnTo>
                  <a:pt x="279047" y="529080"/>
                </a:lnTo>
                <a:lnTo>
                  <a:pt x="279047" y="465001"/>
                </a:lnTo>
                <a:lnTo>
                  <a:pt x="403071" y="465001"/>
                </a:lnTo>
                <a:lnTo>
                  <a:pt x="403071" y="340978"/>
                </a:lnTo>
                <a:lnTo>
                  <a:pt x="474667" y="340978"/>
                </a:lnTo>
                <a:lnTo>
                  <a:pt x="403042" y="197725"/>
                </a:lnTo>
                <a:close/>
                <a:moveTo>
                  <a:pt x="201533" y="185947"/>
                </a:moveTo>
                <a:cubicBezTo>
                  <a:pt x="227179" y="185947"/>
                  <a:pt x="248043" y="206809"/>
                  <a:pt x="248043" y="232456"/>
                </a:cubicBezTo>
                <a:cubicBezTo>
                  <a:pt x="248043" y="252641"/>
                  <a:pt x="235043" y="269688"/>
                  <a:pt x="217037" y="276109"/>
                </a:cubicBezTo>
                <a:lnTo>
                  <a:pt x="217037" y="309971"/>
                </a:lnTo>
                <a:lnTo>
                  <a:pt x="186031" y="309971"/>
                </a:lnTo>
                <a:lnTo>
                  <a:pt x="186031" y="276109"/>
                </a:lnTo>
                <a:cubicBezTo>
                  <a:pt x="168024" y="269688"/>
                  <a:pt x="155025" y="252641"/>
                  <a:pt x="155025" y="232456"/>
                </a:cubicBezTo>
                <a:lnTo>
                  <a:pt x="186031" y="232456"/>
                </a:lnTo>
                <a:cubicBezTo>
                  <a:pt x="186031" y="241009"/>
                  <a:pt x="192980" y="247960"/>
                  <a:pt x="201534" y="247960"/>
                </a:cubicBezTo>
                <a:cubicBezTo>
                  <a:pt x="210088" y="247960"/>
                  <a:pt x="217038" y="241010"/>
                  <a:pt x="217038" y="232456"/>
                </a:cubicBezTo>
                <a:cubicBezTo>
                  <a:pt x="217038" y="223902"/>
                  <a:pt x="210088" y="216953"/>
                  <a:pt x="201534" y="216953"/>
                </a:cubicBezTo>
                <a:cubicBezTo>
                  <a:pt x="175888" y="216953"/>
                  <a:pt x="155025" y="196090"/>
                  <a:pt x="155025" y="170443"/>
                </a:cubicBezTo>
                <a:cubicBezTo>
                  <a:pt x="155025" y="150259"/>
                  <a:pt x="168024" y="133211"/>
                  <a:pt x="186031" y="126790"/>
                </a:cubicBezTo>
                <a:lnTo>
                  <a:pt x="186031" y="92929"/>
                </a:lnTo>
                <a:lnTo>
                  <a:pt x="217037" y="92929"/>
                </a:lnTo>
                <a:lnTo>
                  <a:pt x="217037" y="126791"/>
                </a:lnTo>
                <a:cubicBezTo>
                  <a:pt x="235043" y="133212"/>
                  <a:pt x="248043" y="150260"/>
                  <a:pt x="248043" y="170444"/>
                </a:cubicBezTo>
                <a:lnTo>
                  <a:pt x="217037" y="170444"/>
                </a:lnTo>
                <a:cubicBezTo>
                  <a:pt x="217037" y="161891"/>
                  <a:pt x="210087" y="154941"/>
                  <a:pt x="201533" y="154941"/>
                </a:cubicBezTo>
                <a:cubicBezTo>
                  <a:pt x="192979" y="154941"/>
                  <a:pt x="186030" y="161890"/>
                  <a:pt x="186030" y="170444"/>
                </a:cubicBezTo>
                <a:cubicBezTo>
                  <a:pt x="186030" y="178998"/>
                  <a:pt x="192980" y="185947"/>
                  <a:pt x="201533" y="1859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6"/>
          <p:cNvSpPr txBox="1">
            <a:spLocks noGrp="1"/>
          </p:cNvSpPr>
          <p:nvPr>
            <p:ph type="subTitle" idx="6"/>
          </p:nvPr>
        </p:nvSpPr>
        <p:spPr>
          <a:xfrm>
            <a:off x="840573" y="2980993"/>
            <a:ext cx="3719700" cy="44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EQUIPMENT AND MATERIALS</a:t>
            </a:r>
            <a:endParaRPr/>
          </a:p>
        </p:txBody>
      </p:sp>
      <p:sp>
        <p:nvSpPr>
          <p:cNvPr id="482" name="Google Shape;482;p3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BUDGET</a:t>
            </a:r>
            <a:endParaRPr/>
          </a:p>
        </p:txBody>
      </p:sp>
      <p:sp>
        <p:nvSpPr>
          <p:cNvPr id="483" name="Google Shape;483;p36"/>
          <p:cNvSpPr txBox="1">
            <a:spLocks noGrp="1"/>
          </p:cNvSpPr>
          <p:nvPr>
            <p:ph type="subTitle" idx="1"/>
          </p:nvPr>
        </p:nvSpPr>
        <p:spPr>
          <a:xfrm>
            <a:off x="840573" y="1539918"/>
            <a:ext cx="3719700" cy="1104300"/>
          </a:xfrm>
          <a:prstGeom prst="rect">
            <a:avLst/>
          </a:prstGeom>
        </p:spPr>
        <p:txBody>
          <a:bodyPr spcFirstLastPara="1" wrap="square" lIns="457200" tIns="91425" rIns="457200" bIns="91425" anchor="t" anchorCtr="0">
            <a:noAutofit/>
          </a:bodyPr>
          <a:lstStyle/>
          <a:p>
            <a:pPr marL="0" lvl="0" indent="0" algn="ctr" rtl="0">
              <a:spcBef>
                <a:spcPts val="0"/>
              </a:spcBef>
              <a:spcAft>
                <a:spcPts val="0"/>
              </a:spcAft>
              <a:buNone/>
            </a:pPr>
            <a:r>
              <a:rPr lang="en"/>
              <a:t>Funding for a company can come from personal savings or investments, bank loans and other loan options, venture capital and angel investors, grants, competitions or programs, crowdfunding…</a:t>
            </a:r>
            <a:endParaRPr/>
          </a:p>
        </p:txBody>
      </p:sp>
      <p:sp>
        <p:nvSpPr>
          <p:cNvPr id="484" name="Google Shape;484;p36"/>
          <p:cNvSpPr txBox="1">
            <a:spLocks noGrp="1"/>
          </p:cNvSpPr>
          <p:nvPr>
            <p:ph type="subTitle" idx="2"/>
          </p:nvPr>
        </p:nvSpPr>
        <p:spPr>
          <a:xfrm>
            <a:off x="4583727" y="1539918"/>
            <a:ext cx="3719700" cy="1104300"/>
          </a:xfrm>
          <a:prstGeom prst="rect">
            <a:avLst/>
          </a:prstGeom>
        </p:spPr>
        <p:txBody>
          <a:bodyPr spcFirstLastPara="1" wrap="square" lIns="457200" tIns="91425" rIns="457200" bIns="91425" anchor="t" anchorCtr="0">
            <a:noAutofit/>
          </a:bodyPr>
          <a:lstStyle/>
          <a:p>
            <a:pPr marL="0" lvl="0" indent="0" algn="ctr" rtl="0">
              <a:spcBef>
                <a:spcPts val="0"/>
              </a:spcBef>
              <a:spcAft>
                <a:spcPts val="0"/>
              </a:spcAft>
              <a:buNone/>
            </a:pPr>
            <a:r>
              <a:rPr lang="en"/>
              <a:t>Personnel costs refer to the expenses incurred in hiring, training and retaining staff for a company. This can include salaries, bonuses, benefits and other payroll-related costs</a:t>
            </a:r>
            <a:endParaRPr/>
          </a:p>
        </p:txBody>
      </p:sp>
      <p:sp>
        <p:nvSpPr>
          <p:cNvPr id="485" name="Google Shape;485;p36"/>
          <p:cNvSpPr txBox="1">
            <a:spLocks noGrp="1"/>
          </p:cNvSpPr>
          <p:nvPr>
            <p:ph type="subTitle" idx="3"/>
          </p:nvPr>
        </p:nvSpPr>
        <p:spPr>
          <a:xfrm>
            <a:off x="840573" y="3342818"/>
            <a:ext cx="3719700" cy="1104300"/>
          </a:xfrm>
          <a:prstGeom prst="rect">
            <a:avLst/>
          </a:prstGeom>
        </p:spPr>
        <p:txBody>
          <a:bodyPr spcFirstLastPara="1" wrap="square" lIns="457200" tIns="91425" rIns="457200" bIns="91425" anchor="t" anchorCtr="0">
            <a:noAutofit/>
          </a:bodyPr>
          <a:lstStyle/>
          <a:p>
            <a:pPr marL="0" lvl="0" indent="0" algn="ctr" rtl="0">
              <a:spcBef>
                <a:spcPts val="0"/>
              </a:spcBef>
              <a:spcAft>
                <a:spcPts val="0"/>
              </a:spcAft>
              <a:buNone/>
            </a:pPr>
            <a:r>
              <a:rPr lang="en"/>
              <a:t>Equipment and materials costs refer to all the expenses related to the purchasing, maintenance and upkeep of any physical items used in production or other business processes inside the company</a:t>
            </a:r>
            <a:endParaRPr/>
          </a:p>
        </p:txBody>
      </p:sp>
      <p:sp>
        <p:nvSpPr>
          <p:cNvPr id="486" name="Google Shape;486;p36"/>
          <p:cNvSpPr txBox="1">
            <a:spLocks noGrp="1"/>
          </p:cNvSpPr>
          <p:nvPr>
            <p:ph type="subTitle" idx="4"/>
          </p:nvPr>
        </p:nvSpPr>
        <p:spPr>
          <a:xfrm>
            <a:off x="4583727" y="3342818"/>
            <a:ext cx="3719700" cy="110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Travel and miscellaneous costs refer to expenses related to any travel-related activities, such as conferences, trainings or business trips. It may also include office supplies, communications services, licenses and other miscellaneous expenses</a:t>
            </a:r>
            <a:endParaRPr/>
          </a:p>
        </p:txBody>
      </p:sp>
      <p:sp>
        <p:nvSpPr>
          <p:cNvPr id="487" name="Google Shape;487;p36"/>
          <p:cNvSpPr txBox="1">
            <a:spLocks noGrp="1"/>
          </p:cNvSpPr>
          <p:nvPr>
            <p:ph type="subTitle" idx="5"/>
          </p:nvPr>
        </p:nvSpPr>
        <p:spPr>
          <a:xfrm>
            <a:off x="840573" y="1177868"/>
            <a:ext cx="3719700" cy="44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SOURCES OF FUNDING</a:t>
            </a:r>
            <a:endParaRPr/>
          </a:p>
        </p:txBody>
      </p:sp>
      <p:sp>
        <p:nvSpPr>
          <p:cNvPr id="488" name="Google Shape;488;p36"/>
          <p:cNvSpPr txBox="1">
            <a:spLocks noGrp="1"/>
          </p:cNvSpPr>
          <p:nvPr>
            <p:ph type="subTitle" idx="7"/>
          </p:nvPr>
        </p:nvSpPr>
        <p:spPr>
          <a:xfrm>
            <a:off x="4583698" y="1177868"/>
            <a:ext cx="3719700" cy="44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PERSONNEL COSTS</a:t>
            </a:r>
            <a:endParaRPr/>
          </a:p>
        </p:txBody>
      </p:sp>
      <p:sp>
        <p:nvSpPr>
          <p:cNvPr id="489" name="Google Shape;489;p36"/>
          <p:cNvSpPr txBox="1">
            <a:spLocks noGrp="1"/>
          </p:cNvSpPr>
          <p:nvPr>
            <p:ph type="subTitle" idx="8"/>
          </p:nvPr>
        </p:nvSpPr>
        <p:spPr>
          <a:xfrm>
            <a:off x="4583698" y="2980993"/>
            <a:ext cx="3719700" cy="44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TRAVEL AND MISCELLANEOUS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7"/>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SOLUTIONS</a:t>
            </a:r>
            <a:endParaRPr/>
          </a:p>
        </p:txBody>
      </p:sp>
      <p:sp>
        <p:nvSpPr>
          <p:cNvPr id="495" name="Google Shape;495;p37"/>
          <p:cNvSpPr txBox="1">
            <a:spLocks noGrp="1"/>
          </p:cNvSpPr>
          <p:nvPr>
            <p:ph type="subTitle" idx="1"/>
          </p:nvPr>
        </p:nvSpPr>
        <p:spPr>
          <a:xfrm>
            <a:off x="986088" y="1568039"/>
            <a:ext cx="2211900" cy="1163400"/>
          </a:xfrm>
          <a:prstGeom prst="rect">
            <a:avLst/>
          </a:prstGeom>
        </p:spPr>
        <p:txBody>
          <a:bodyPr spcFirstLastPara="1" wrap="square" lIns="0" tIns="91425" rIns="0" bIns="91425" anchor="t" anchorCtr="0">
            <a:noAutofit/>
          </a:bodyPr>
          <a:lstStyle/>
          <a:p>
            <a:pPr marL="0" lvl="0" indent="0" algn="ctr" rtl="0">
              <a:spcBef>
                <a:spcPts val="0"/>
              </a:spcBef>
              <a:spcAft>
                <a:spcPts val="0"/>
              </a:spcAft>
              <a:buNone/>
            </a:pPr>
            <a:r>
              <a:rPr lang="en"/>
              <a:t>Implementing a new CRM (Customer Relationship Management) system to improve customer data management and sales tracking</a:t>
            </a:r>
            <a:endParaRPr/>
          </a:p>
        </p:txBody>
      </p:sp>
      <p:sp>
        <p:nvSpPr>
          <p:cNvPr id="496" name="Google Shape;496;p37"/>
          <p:cNvSpPr txBox="1">
            <a:spLocks noGrp="1"/>
          </p:cNvSpPr>
          <p:nvPr>
            <p:ph type="subTitle" idx="2"/>
          </p:nvPr>
        </p:nvSpPr>
        <p:spPr>
          <a:xfrm>
            <a:off x="3466050" y="1568039"/>
            <a:ext cx="2211900" cy="116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Outsourcing specific business functions (such as accounting or IT) to a third-party provider to reduce costs and increase time efficiency</a:t>
            </a:r>
            <a:endParaRPr/>
          </a:p>
        </p:txBody>
      </p:sp>
      <p:sp>
        <p:nvSpPr>
          <p:cNvPr id="497" name="Google Shape;497;p37"/>
          <p:cNvSpPr txBox="1">
            <a:spLocks noGrp="1"/>
          </p:cNvSpPr>
          <p:nvPr>
            <p:ph type="subTitle" idx="3"/>
          </p:nvPr>
        </p:nvSpPr>
        <p:spPr>
          <a:xfrm>
            <a:off x="986088" y="3254418"/>
            <a:ext cx="2211900" cy="1163400"/>
          </a:xfrm>
          <a:prstGeom prst="rect">
            <a:avLst/>
          </a:prstGeom>
        </p:spPr>
        <p:txBody>
          <a:bodyPr spcFirstLastPara="1" wrap="square" lIns="365750" tIns="91425" rIns="365750" bIns="91425" anchor="t" anchorCtr="0">
            <a:noAutofit/>
          </a:bodyPr>
          <a:lstStyle/>
          <a:p>
            <a:pPr marL="0" lvl="0" indent="0" algn="ctr" rtl="0">
              <a:spcBef>
                <a:spcPts val="0"/>
              </a:spcBef>
              <a:spcAft>
                <a:spcPts val="0"/>
              </a:spcAft>
              <a:buNone/>
            </a:pPr>
            <a:r>
              <a:rPr lang="en"/>
              <a:t>Developing a new product or service to diversify the business and increase the revenue streams</a:t>
            </a:r>
            <a:endParaRPr/>
          </a:p>
        </p:txBody>
      </p:sp>
      <p:sp>
        <p:nvSpPr>
          <p:cNvPr id="498" name="Google Shape;498;p37"/>
          <p:cNvSpPr txBox="1">
            <a:spLocks noGrp="1"/>
          </p:cNvSpPr>
          <p:nvPr>
            <p:ph type="subTitle" idx="4"/>
          </p:nvPr>
        </p:nvSpPr>
        <p:spPr>
          <a:xfrm>
            <a:off x="3466050" y="3254418"/>
            <a:ext cx="2211900" cy="1163400"/>
          </a:xfrm>
          <a:prstGeom prst="rect">
            <a:avLst/>
          </a:prstGeom>
        </p:spPr>
        <p:txBody>
          <a:bodyPr spcFirstLastPara="1" wrap="square" lIns="182875" tIns="91425" rIns="182875" bIns="91425" anchor="t" anchorCtr="0">
            <a:noAutofit/>
          </a:bodyPr>
          <a:lstStyle/>
          <a:p>
            <a:pPr marL="0" lvl="0" indent="0" algn="ctr" rtl="0">
              <a:spcBef>
                <a:spcPts val="0"/>
              </a:spcBef>
              <a:spcAft>
                <a:spcPts val="0"/>
              </a:spcAft>
              <a:buNone/>
            </a:pPr>
            <a:r>
              <a:rPr lang="en"/>
              <a:t>Implementing a cost-saving initiative, such as energy-efficient practices or process automation, to reduce expenses</a:t>
            </a:r>
            <a:endParaRPr/>
          </a:p>
        </p:txBody>
      </p:sp>
      <p:sp>
        <p:nvSpPr>
          <p:cNvPr id="499" name="Google Shape;499;p37"/>
          <p:cNvSpPr txBox="1">
            <a:spLocks noGrp="1"/>
          </p:cNvSpPr>
          <p:nvPr>
            <p:ph type="subTitle" idx="7"/>
          </p:nvPr>
        </p:nvSpPr>
        <p:spPr>
          <a:xfrm>
            <a:off x="986088" y="1194154"/>
            <a:ext cx="22119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1</a:t>
            </a:r>
            <a:endParaRPr/>
          </a:p>
        </p:txBody>
      </p:sp>
      <p:sp>
        <p:nvSpPr>
          <p:cNvPr id="500" name="Google Shape;500;p37"/>
          <p:cNvSpPr txBox="1">
            <a:spLocks noGrp="1"/>
          </p:cNvSpPr>
          <p:nvPr>
            <p:ph type="subTitle" idx="8"/>
          </p:nvPr>
        </p:nvSpPr>
        <p:spPr>
          <a:xfrm>
            <a:off x="3466050" y="1194154"/>
            <a:ext cx="22092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2</a:t>
            </a:r>
            <a:endParaRPr/>
          </a:p>
        </p:txBody>
      </p:sp>
      <p:sp>
        <p:nvSpPr>
          <p:cNvPr id="501" name="Google Shape;501;p37"/>
          <p:cNvSpPr txBox="1">
            <a:spLocks noGrp="1"/>
          </p:cNvSpPr>
          <p:nvPr>
            <p:ph type="subTitle" idx="9"/>
          </p:nvPr>
        </p:nvSpPr>
        <p:spPr>
          <a:xfrm>
            <a:off x="5946012" y="1194154"/>
            <a:ext cx="22092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3</a:t>
            </a:r>
            <a:endParaRPr/>
          </a:p>
        </p:txBody>
      </p:sp>
      <p:sp>
        <p:nvSpPr>
          <p:cNvPr id="502" name="Google Shape;502;p37"/>
          <p:cNvSpPr txBox="1">
            <a:spLocks noGrp="1"/>
          </p:cNvSpPr>
          <p:nvPr>
            <p:ph type="subTitle" idx="5"/>
          </p:nvPr>
        </p:nvSpPr>
        <p:spPr>
          <a:xfrm>
            <a:off x="5946012" y="1568039"/>
            <a:ext cx="2211900" cy="1163400"/>
          </a:xfrm>
          <a:prstGeom prst="rect">
            <a:avLst/>
          </a:prstGeom>
        </p:spPr>
        <p:txBody>
          <a:bodyPr spcFirstLastPara="1" wrap="square" lIns="274300" tIns="91425" rIns="274300" bIns="91425" anchor="t" anchorCtr="0">
            <a:noAutofit/>
          </a:bodyPr>
          <a:lstStyle/>
          <a:p>
            <a:pPr marL="0" lvl="0" indent="0" algn="ctr" rtl="0">
              <a:spcBef>
                <a:spcPts val="0"/>
              </a:spcBef>
              <a:spcAft>
                <a:spcPts val="0"/>
              </a:spcAft>
              <a:buNone/>
            </a:pPr>
            <a:r>
              <a:rPr lang="en"/>
              <a:t>Launching an e-commerce platform to expand the reach of the business and increase online sales</a:t>
            </a:r>
            <a:endParaRPr/>
          </a:p>
        </p:txBody>
      </p:sp>
      <p:sp>
        <p:nvSpPr>
          <p:cNvPr id="503" name="Google Shape;503;p37"/>
          <p:cNvSpPr txBox="1">
            <a:spLocks noGrp="1"/>
          </p:cNvSpPr>
          <p:nvPr>
            <p:ph type="subTitle" idx="6"/>
          </p:nvPr>
        </p:nvSpPr>
        <p:spPr>
          <a:xfrm>
            <a:off x="5946012" y="3254418"/>
            <a:ext cx="2211900" cy="116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Establishing strategic partnerships with other businesses to gain access to new markets or</a:t>
            </a:r>
            <a:endParaRPr/>
          </a:p>
          <a:p>
            <a:pPr marL="0" lvl="0" indent="0" algn="ctr" rtl="0">
              <a:spcBef>
                <a:spcPts val="0"/>
              </a:spcBef>
              <a:spcAft>
                <a:spcPts val="0"/>
              </a:spcAft>
              <a:buNone/>
            </a:pPr>
            <a:r>
              <a:rPr lang="en"/>
              <a:t>innovative technologies</a:t>
            </a:r>
            <a:endParaRPr/>
          </a:p>
        </p:txBody>
      </p:sp>
      <p:sp>
        <p:nvSpPr>
          <p:cNvPr id="504" name="Google Shape;504;p37"/>
          <p:cNvSpPr txBox="1">
            <a:spLocks noGrp="1"/>
          </p:cNvSpPr>
          <p:nvPr>
            <p:ph type="subTitle" idx="13"/>
          </p:nvPr>
        </p:nvSpPr>
        <p:spPr>
          <a:xfrm>
            <a:off x="986088" y="2877315"/>
            <a:ext cx="22119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4</a:t>
            </a:r>
            <a:endParaRPr/>
          </a:p>
        </p:txBody>
      </p:sp>
      <p:sp>
        <p:nvSpPr>
          <p:cNvPr id="505" name="Google Shape;505;p37"/>
          <p:cNvSpPr txBox="1">
            <a:spLocks noGrp="1"/>
          </p:cNvSpPr>
          <p:nvPr>
            <p:ph type="subTitle" idx="14"/>
          </p:nvPr>
        </p:nvSpPr>
        <p:spPr>
          <a:xfrm>
            <a:off x="3466050" y="2877320"/>
            <a:ext cx="22092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5</a:t>
            </a:r>
            <a:endParaRPr/>
          </a:p>
        </p:txBody>
      </p:sp>
      <p:sp>
        <p:nvSpPr>
          <p:cNvPr id="506" name="Google Shape;506;p37"/>
          <p:cNvSpPr txBox="1">
            <a:spLocks noGrp="1"/>
          </p:cNvSpPr>
          <p:nvPr>
            <p:ph type="subTitle" idx="15"/>
          </p:nvPr>
        </p:nvSpPr>
        <p:spPr>
          <a:xfrm>
            <a:off x="5946012" y="2877320"/>
            <a:ext cx="2209200" cy="377100"/>
          </a:xfrm>
          <a:prstGeom prst="rect">
            <a:avLst/>
          </a:prstGeom>
        </p:spPr>
        <p:txBody>
          <a:bodyPr spcFirstLastPara="1" wrap="square" lIns="91425" tIns="91425" rIns="91425" bIns="0" anchor="b" anchorCtr="0">
            <a:noAutofit/>
          </a:bodyPr>
          <a:lstStyle/>
          <a:p>
            <a:pPr marL="0" lvl="0" indent="0" algn="ctr" rtl="0">
              <a:spcBef>
                <a:spcPts val="0"/>
              </a:spcBef>
              <a:spcAft>
                <a:spcPts val="0"/>
              </a:spcAft>
              <a:buNone/>
            </a:pPr>
            <a:r>
              <a:rPr lang="en"/>
              <a:t>SOLUTION 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8"/>
          <p:cNvSpPr txBox="1">
            <a:spLocks noGrp="1"/>
          </p:cNvSpPr>
          <p:nvPr>
            <p:ph type="subTitle" idx="1"/>
          </p:nvPr>
        </p:nvSpPr>
        <p:spPr>
          <a:xfrm>
            <a:off x="874594" y="3405453"/>
            <a:ext cx="3492600" cy="4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Break-even point </a:t>
            </a:r>
            <a:endParaRPr/>
          </a:p>
        </p:txBody>
      </p:sp>
      <p:sp>
        <p:nvSpPr>
          <p:cNvPr id="512" name="Google Shape;512;p38"/>
          <p:cNvSpPr txBox="1">
            <a:spLocks noGrp="1"/>
          </p:cNvSpPr>
          <p:nvPr>
            <p:ph type="title"/>
          </p:nvPr>
        </p:nvSpPr>
        <p:spPr>
          <a:xfrm>
            <a:off x="874581" y="2722733"/>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200 UNITS</a:t>
            </a:r>
            <a:endParaRPr/>
          </a:p>
        </p:txBody>
      </p:sp>
      <p:sp>
        <p:nvSpPr>
          <p:cNvPr id="513" name="Google Shape;513;p38"/>
          <p:cNvSpPr txBox="1">
            <a:spLocks noGrp="1"/>
          </p:cNvSpPr>
          <p:nvPr>
            <p:ph type="title" idx="2"/>
          </p:nvPr>
        </p:nvSpPr>
        <p:spPr>
          <a:xfrm>
            <a:off x="2825700" y="1316547"/>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$500,000</a:t>
            </a:r>
            <a:endParaRPr/>
          </a:p>
        </p:txBody>
      </p:sp>
      <p:sp>
        <p:nvSpPr>
          <p:cNvPr id="514" name="Google Shape;514;p38"/>
          <p:cNvSpPr txBox="1">
            <a:spLocks noGrp="1"/>
          </p:cNvSpPr>
          <p:nvPr>
            <p:ph type="subTitle" idx="3"/>
          </p:nvPr>
        </p:nvSpPr>
        <p:spPr>
          <a:xfrm>
            <a:off x="2825700" y="1999254"/>
            <a:ext cx="3492600" cy="4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Net profit of the project</a:t>
            </a:r>
            <a:endParaRPr/>
          </a:p>
        </p:txBody>
      </p:sp>
      <p:sp>
        <p:nvSpPr>
          <p:cNvPr id="515" name="Google Shape;515;p38"/>
          <p:cNvSpPr txBox="1">
            <a:spLocks noGrp="1"/>
          </p:cNvSpPr>
          <p:nvPr>
            <p:ph type="title" idx="4"/>
          </p:nvPr>
        </p:nvSpPr>
        <p:spPr>
          <a:xfrm>
            <a:off x="4776806" y="2722733"/>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25%</a:t>
            </a:r>
            <a:endParaRPr/>
          </a:p>
        </p:txBody>
      </p:sp>
      <p:sp>
        <p:nvSpPr>
          <p:cNvPr id="516" name="Google Shape;516;p38"/>
          <p:cNvSpPr txBox="1">
            <a:spLocks noGrp="1"/>
          </p:cNvSpPr>
          <p:nvPr>
            <p:ph type="subTitle" idx="5"/>
          </p:nvPr>
        </p:nvSpPr>
        <p:spPr>
          <a:xfrm>
            <a:off x="4776819" y="3405453"/>
            <a:ext cx="3492600" cy="4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 share in the industry</a:t>
            </a:r>
            <a:endParaRPr/>
          </a:p>
        </p:txBody>
      </p:sp>
      <p:grpSp>
        <p:nvGrpSpPr>
          <p:cNvPr id="517" name="Google Shape;517;p38"/>
          <p:cNvGrpSpPr/>
          <p:nvPr/>
        </p:nvGrpSpPr>
        <p:grpSpPr>
          <a:xfrm>
            <a:off x="-4088819" y="-5787145"/>
            <a:ext cx="17133228" cy="13608504"/>
            <a:chOff x="-4088819" y="-5787145"/>
            <a:chExt cx="17133228" cy="13608504"/>
          </a:xfrm>
        </p:grpSpPr>
        <p:grpSp>
          <p:nvGrpSpPr>
            <p:cNvPr id="518" name="Google Shape;518;p38"/>
            <p:cNvGrpSpPr/>
            <p:nvPr/>
          </p:nvGrpSpPr>
          <p:grpSpPr>
            <a:xfrm flipH="1">
              <a:off x="3887995" y="-5787145"/>
              <a:ext cx="8045194" cy="8234233"/>
              <a:chOff x="2442960" y="-713814"/>
              <a:chExt cx="5735915" cy="5870692"/>
            </a:xfrm>
          </p:grpSpPr>
          <p:sp>
            <p:nvSpPr>
              <p:cNvPr id="519" name="Google Shape;519;p3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0" name="Google Shape;520;p3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1" name="Google Shape;521;p3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22" name="Google Shape;522;p38"/>
            <p:cNvGrpSpPr/>
            <p:nvPr/>
          </p:nvGrpSpPr>
          <p:grpSpPr>
            <a:xfrm rot="-5400000" flipH="1">
              <a:off x="-4021430" y="-1823952"/>
              <a:ext cx="5735915" cy="5870692"/>
              <a:chOff x="2442960" y="-713814"/>
              <a:chExt cx="5735915" cy="5870692"/>
            </a:xfrm>
          </p:grpSpPr>
          <p:sp>
            <p:nvSpPr>
              <p:cNvPr id="523" name="Google Shape;523;p3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4" name="Google Shape;524;p3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5" name="Google Shape;525;p3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26" name="Google Shape;526;p38"/>
            <p:cNvGrpSpPr/>
            <p:nvPr/>
          </p:nvGrpSpPr>
          <p:grpSpPr>
            <a:xfrm rot="5400000" flipH="1">
              <a:off x="7241106" y="2018056"/>
              <a:ext cx="5735915" cy="5870692"/>
              <a:chOff x="2442960" y="-713814"/>
              <a:chExt cx="5735915" cy="5870692"/>
            </a:xfrm>
          </p:grpSpPr>
          <p:sp>
            <p:nvSpPr>
              <p:cNvPr id="527" name="Google Shape;527;p3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8" name="Google Shape;528;p3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9" name="Google Shape;529;p3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39"/>
          <p:cNvSpPr txBox="1">
            <a:spLocks noGrp="1"/>
          </p:cNvSpPr>
          <p:nvPr>
            <p:ph type="title"/>
          </p:nvPr>
        </p:nvSpPr>
        <p:spPr>
          <a:xfrm>
            <a:off x="1773000" y="1843875"/>
            <a:ext cx="5598000" cy="112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10 MILLION</a:t>
            </a:r>
            <a:endParaRPr/>
          </a:p>
        </p:txBody>
      </p:sp>
      <p:sp>
        <p:nvSpPr>
          <p:cNvPr id="535" name="Google Shape;535;p39"/>
          <p:cNvSpPr txBox="1">
            <a:spLocks noGrp="1"/>
          </p:cNvSpPr>
          <p:nvPr>
            <p:ph type="subTitle" idx="1"/>
          </p:nvPr>
        </p:nvSpPr>
        <p:spPr>
          <a:xfrm>
            <a:off x="1773000" y="2873250"/>
            <a:ext cx="55980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First-year revenue of the project</a:t>
            </a:r>
            <a:endParaRPr/>
          </a:p>
        </p:txBody>
      </p:sp>
      <p:grpSp>
        <p:nvGrpSpPr>
          <p:cNvPr id="536" name="Google Shape;536;p39"/>
          <p:cNvGrpSpPr/>
          <p:nvPr/>
        </p:nvGrpSpPr>
        <p:grpSpPr>
          <a:xfrm>
            <a:off x="-4088794" y="-6825945"/>
            <a:ext cx="17344853" cy="18475480"/>
            <a:chOff x="-4088794" y="-6825945"/>
            <a:chExt cx="17344853" cy="18475480"/>
          </a:xfrm>
        </p:grpSpPr>
        <p:grpSp>
          <p:nvGrpSpPr>
            <p:cNvPr id="537" name="Google Shape;537;p39"/>
            <p:cNvGrpSpPr/>
            <p:nvPr/>
          </p:nvGrpSpPr>
          <p:grpSpPr>
            <a:xfrm>
              <a:off x="2737427" y="-6825945"/>
              <a:ext cx="8045194" cy="8234233"/>
              <a:chOff x="2442960" y="-713814"/>
              <a:chExt cx="5735915" cy="5870692"/>
            </a:xfrm>
          </p:grpSpPr>
          <p:sp>
            <p:nvSpPr>
              <p:cNvPr id="538" name="Google Shape;538;p3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9" name="Google Shape;539;p3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0" name="Google Shape;540;p3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41" name="Google Shape;541;p39"/>
            <p:cNvGrpSpPr/>
            <p:nvPr/>
          </p:nvGrpSpPr>
          <p:grpSpPr>
            <a:xfrm rot="10800000" flipH="1">
              <a:off x="-2204948" y="3415302"/>
              <a:ext cx="8045194" cy="8234233"/>
              <a:chOff x="2442960" y="-713814"/>
              <a:chExt cx="5735915" cy="5870692"/>
            </a:xfrm>
          </p:grpSpPr>
          <p:sp>
            <p:nvSpPr>
              <p:cNvPr id="542" name="Google Shape;542;p3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3" name="Google Shape;543;p3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4" name="Google Shape;544;p3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45" name="Google Shape;545;p39"/>
            <p:cNvGrpSpPr/>
            <p:nvPr/>
          </p:nvGrpSpPr>
          <p:grpSpPr>
            <a:xfrm rot="5400000">
              <a:off x="7452756" y="1129798"/>
              <a:ext cx="5735915" cy="5870692"/>
              <a:chOff x="2442960" y="-713814"/>
              <a:chExt cx="5735915" cy="5870692"/>
            </a:xfrm>
          </p:grpSpPr>
          <p:sp>
            <p:nvSpPr>
              <p:cNvPr id="546" name="Google Shape;546;p3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7" name="Google Shape;547;p3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8" name="Google Shape;548;p3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549" name="Google Shape;549;p39"/>
            <p:cNvGrpSpPr/>
            <p:nvPr/>
          </p:nvGrpSpPr>
          <p:grpSpPr>
            <a:xfrm rot="-5400000">
              <a:off x="-4021405" y="-2020944"/>
              <a:ext cx="5735915" cy="5870692"/>
              <a:chOff x="2442960" y="-713814"/>
              <a:chExt cx="5735915" cy="5870692"/>
            </a:xfrm>
          </p:grpSpPr>
          <p:sp>
            <p:nvSpPr>
              <p:cNvPr id="550" name="Google Shape;550;p39"/>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1" name="Google Shape;551;p39"/>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2" name="Google Shape;552;p39"/>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0"/>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DATA</a:t>
            </a:r>
            <a:endParaRPr/>
          </a:p>
        </p:txBody>
      </p:sp>
      <p:sp>
        <p:nvSpPr>
          <p:cNvPr id="558" name="Google Shape;558;p40"/>
          <p:cNvSpPr txBox="1">
            <a:spLocks noGrp="1"/>
          </p:cNvSpPr>
          <p:nvPr>
            <p:ph type="title" idx="4294967295"/>
          </p:nvPr>
        </p:nvSpPr>
        <p:spPr>
          <a:xfrm flipH="1">
            <a:off x="1095909" y="1170358"/>
            <a:ext cx="2105400" cy="72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t>BENEFITS OF USING GRAPHS</a:t>
            </a:r>
            <a:endParaRPr sz="1800"/>
          </a:p>
        </p:txBody>
      </p:sp>
      <p:sp>
        <p:nvSpPr>
          <p:cNvPr id="559" name="Google Shape;559;p40"/>
          <p:cNvSpPr txBox="1"/>
          <p:nvPr/>
        </p:nvSpPr>
        <p:spPr>
          <a:xfrm>
            <a:off x="981900" y="4206500"/>
            <a:ext cx="7180200" cy="214800"/>
          </a:xfrm>
          <a:prstGeom prst="rect">
            <a:avLst/>
          </a:prstGeom>
          <a:no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000">
                <a:solidFill>
                  <a:schemeClr val="dk1"/>
                </a:solidFill>
                <a:latin typeface="Didact Gothic"/>
                <a:ea typeface="Didact Gothic"/>
                <a:cs typeface="Didact Gothic"/>
                <a:sym typeface="Didact Gothic"/>
              </a:rPr>
              <a:t>Follow the link in the graph to modify its data and then paste the new one here.</a:t>
            </a:r>
            <a:r>
              <a:rPr lang="en" sz="1000" b="1" u="sng">
                <a:solidFill>
                  <a:schemeClr val="dk1"/>
                </a:solidFill>
                <a:latin typeface="Didact Gothic"/>
                <a:ea typeface="Didact Gothic"/>
                <a:cs typeface="Didact Gothic"/>
                <a:sym typeface="Didact Gothic"/>
              </a:rPr>
              <a:t>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For more info, click here</a:t>
            </a:r>
            <a:endParaRPr sz="1000" b="1" u="sng">
              <a:solidFill>
                <a:schemeClr val="dk1"/>
              </a:solidFill>
              <a:latin typeface="Didact Gothic"/>
              <a:ea typeface="Didact Gothic"/>
              <a:cs typeface="Didact Gothic"/>
              <a:sym typeface="Didact Gothic"/>
            </a:endParaRPr>
          </a:p>
        </p:txBody>
      </p:sp>
      <p:sp>
        <p:nvSpPr>
          <p:cNvPr id="560" name="Google Shape;560;p40"/>
          <p:cNvSpPr txBox="1">
            <a:spLocks noGrp="1"/>
          </p:cNvSpPr>
          <p:nvPr>
            <p:ph type="subTitle" idx="4294967295"/>
          </p:nvPr>
        </p:nvSpPr>
        <p:spPr>
          <a:xfrm flipH="1">
            <a:off x="1095909" y="1842483"/>
            <a:ext cx="2105400" cy="1995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latin typeface="Didact Gothic"/>
                <a:ea typeface="Didact Gothic"/>
                <a:cs typeface="Didact Gothic"/>
                <a:sym typeface="Didact Gothic"/>
              </a:rPr>
              <a:t>Graphs in project proposals offer visual organization, enabling clear presentation of information in a structured format. They enhance the visual appeal, facilitate data comparison and improve overall clarity and professionalism of your project proposal</a:t>
            </a:r>
            <a:endParaRPr>
              <a:latin typeface="Didact Gothic"/>
              <a:ea typeface="Didact Gothic"/>
              <a:cs typeface="Didact Gothic"/>
              <a:sym typeface="Didact Gothic"/>
            </a:endParaRPr>
          </a:p>
        </p:txBody>
      </p:sp>
      <p:pic>
        <p:nvPicPr>
          <p:cNvPr id="561" name="Google Shape;561;p40" title="Chart">
            <a:hlinkClick r:id="rId4"/>
          </p:cNvPr>
          <p:cNvPicPr preferRelativeResize="0"/>
          <p:nvPr/>
        </p:nvPicPr>
        <p:blipFill>
          <a:blip r:embed="rId5">
            <a:alphaModFix/>
          </a:blip>
          <a:stretch>
            <a:fillRect/>
          </a:stretch>
        </p:blipFill>
        <p:spPr>
          <a:xfrm>
            <a:off x="3386883" y="1139999"/>
            <a:ext cx="4661208" cy="2881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1"/>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ACTIVITIES</a:t>
            </a:r>
            <a:endParaRPr/>
          </a:p>
        </p:txBody>
      </p:sp>
      <p:graphicFrame>
        <p:nvGraphicFramePr>
          <p:cNvPr id="567" name="Google Shape;567;p41"/>
          <p:cNvGraphicFramePr/>
          <p:nvPr/>
        </p:nvGraphicFramePr>
        <p:xfrm>
          <a:off x="828238" y="1136798"/>
          <a:ext cx="3000000" cy="3000000"/>
        </p:xfrm>
        <a:graphic>
          <a:graphicData uri="http://schemas.openxmlformats.org/drawingml/2006/table">
            <a:tbl>
              <a:tblPr>
                <a:noFill/>
                <a:tableStyleId>{0BB13162-1F61-41E0-8A0C-221876AADC13}</a:tableStyleId>
              </a:tblPr>
              <a:tblGrid>
                <a:gridCol w="1560275">
                  <a:extLst>
                    <a:ext uri="{9D8B030D-6E8A-4147-A177-3AD203B41FA5}">
                      <a16:colId xmlns:a16="http://schemas.microsoft.com/office/drawing/2014/main" val="20000"/>
                    </a:ext>
                  </a:extLst>
                </a:gridCol>
                <a:gridCol w="1185450">
                  <a:extLst>
                    <a:ext uri="{9D8B030D-6E8A-4147-A177-3AD203B41FA5}">
                      <a16:colId xmlns:a16="http://schemas.microsoft.com/office/drawing/2014/main" val="20001"/>
                    </a:ext>
                  </a:extLst>
                </a:gridCol>
                <a:gridCol w="1185450">
                  <a:extLst>
                    <a:ext uri="{9D8B030D-6E8A-4147-A177-3AD203B41FA5}">
                      <a16:colId xmlns:a16="http://schemas.microsoft.com/office/drawing/2014/main" val="20002"/>
                    </a:ext>
                  </a:extLst>
                </a:gridCol>
                <a:gridCol w="1185450">
                  <a:extLst>
                    <a:ext uri="{9D8B030D-6E8A-4147-A177-3AD203B41FA5}">
                      <a16:colId xmlns:a16="http://schemas.microsoft.com/office/drawing/2014/main" val="20003"/>
                    </a:ext>
                  </a:extLst>
                </a:gridCol>
                <a:gridCol w="1185450">
                  <a:extLst>
                    <a:ext uri="{9D8B030D-6E8A-4147-A177-3AD203B41FA5}">
                      <a16:colId xmlns:a16="http://schemas.microsoft.com/office/drawing/2014/main" val="20004"/>
                    </a:ext>
                  </a:extLst>
                </a:gridCol>
                <a:gridCol w="1185450">
                  <a:extLst>
                    <a:ext uri="{9D8B030D-6E8A-4147-A177-3AD203B41FA5}">
                      <a16:colId xmlns:a16="http://schemas.microsoft.com/office/drawing/2014/main" val="20005"/>
                    </a:ext>
                  </a:extLst>
                </a:gridCol>
              </a:tblGrid>
              <a:tr h="457600">
                <a:tc>
                  <a:txBody>
                    <a:bodyPr/>
                    <a:lstStyle/>
                    <a:p>
                      <a:pPr marL="0" lvl="0" indent="0" algn="ctr" rtl="0">
                        <a:spcBef>
                          <a:spcPts val="0"/>
                        </a:spcBef>
                        <a:spcAft>
                          <a:spcPts val="0"/>
                        </a:spcAft>
                        <a:buNone/>
                      </a:pPr>
                      <a:r>
                        <a:rPr lang="en" sz="1200" b="1">
                          <a:solidFill>
                            <a:schemeClr val="dk1"/>
                          </a:solidFill>
                          <a:latin typeface="Poppins"/>
                          <a:ea typeface="Poppins"/>
                          <a:cs typeface="Poppins"/>
                          <a:sym typeface="Poppins"/>
                        </a:rPr>
                        <a:t>ACTIVITY</a:t>
                      </a:r>
                      <a:endParaRPr sz="1200" b="1">
                        <a:solidFill>
                          <a:schemeClr val="dk1"/>
                        </a:solidFill>
                        <a:latin typeface="Poppins"/>
                        <a:ea typeface="Poppins"/>
                        <a:cs typeface="Poppins"/>
                        <a:sym typeface="Poppins"/>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START DATE</a:t>
                      </a:r>
                      <a:endParaRPr sz="1300" b="1">
                        <a:solidFill>
                          <a:schemeClr val="dk1"/>
                        </a:solidFill>
                        <a:latin typeface="Poppins"/>
                        <a:ea typeface="Poppins"/>
                        <a:cs typeface="Poppins"/>
                        <a:sym typeface="Poppins"/>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END DATE</a:t>
                      </a:r>
                      <a:endParaRPr sz="1300" b="1">
                        <a:solidFill>
                          <a:schemeClr val="dk1"/>
                        </a:solidFill>
                        <a:latin typeface="Poppins"/>
                        <a:ea typeface="Poppins"/>
                        <a:cs typeface="Poppins"/>
                        <a:sym typeface="Poppins"/>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1300" b="1">
                          <a:solidFill>
                            <a:schemeClr val="dk1"/>
                          </a:solidFill>
                          <a:latin typeface="Poppins"/>
                          <a:ea typeface="Poppins"/>
                          <a:cs typeface="Poppins"/>
                          <a:sym typeface="Poppins"/>
                        </a:rPr>
                        <a:t>RESOURCE</a:t>
                      </a:r>
                      <a:endParaRPr sz="1300" b="1">
                        <a:solidFill>
                          <a:schemeClr val="dk1"/>
                        </a:solidFill>
                        <a:latin typeface="Poppins"/>
                        <a:ea typeface="Poppins"/>
                        <a:cs typeface="Poppins"/>
                        <a:sym typeface="Poppins"/>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COST</a:t>
                      </a:r>
                      <a:endParaRPr sz="1300" b="1">
                        <a:solidFill>
                          <a:schemeClr val="dk1"/>
                        </a:solidFill>
                        <a:latin typeface="Poppins"/>
                        <a:ea typeface="Poppins"/>
                        <a:cs typeface="Poppins"/>
                        <a:sym typeface="Poppins"/>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REVENUE</a:t>
                      </a:r>
                      <a:endParaRPr sz="1300" b="1">
                        <a:solidFill>
                          <a:schemeClr val="dk1"/>
                        </a:solidFill>
                        <a:latin typeface="Poppins"/>
                        <a:ea typeface="Poppins"/>
                        <a:cs typeface="Poppins"/>
                        <a:sym typeface="Poppins"/>
                      </a:endParaRPr>
                    </a:p>
                  </a:txBody>
                  <a:tcPr marL="91425" marR="91425" marT="68575" marB="68575"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7360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MARKET RESEARCH</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1/15/20XX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Market</a:t>
                      </a:r>
                      <a:endParaRPr sz="1200">
                        <a:solidFill>
                          <a:schemeClr val="dk1"/>
                        </a:solidFill>
                        <a:latin typeface="Didact Gothic"/>
                        <a:ea typeface="Didact Gothic"/>
                        <a:cs typeface="Didact Gothic"/>
                        <a:sym typeface="Didact Gothic"/>
                      </a:endParaRPr>
                    </a:p>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research firm</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$20,000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47360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PRODUCT DEVELOPMENT</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1/16/20XX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6/30/20XX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R&amp;D team</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$200,000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64375">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BETA TESTING</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7/1/20XX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8/15/20XX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Beta testers</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3"/>
                  </a:ext>
                </a:extLst>
              </a:tr>
              <a:tr h="47360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MARKETING CAMPAIGN</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1/15/20XX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Advertising agency</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$100,000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7360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PRODUCT LAUNCH</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1/16/20XX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6/30/20XX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Sales team</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$50,000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$500,000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47360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POST-LAUNCH SUPPORT</a:t>
                      </a:r>
                      <a:endParaRPr sz="1300" b="1">
                        <a:solidFill>
                          <a:schemeClr val="dk1"/>
                        </a:solidFill>
                        <a:latin typeface="Poppins"/>
                        <a:ea typeface="Poppins"/>
                        <a:cs typeface="Poppins"/>
                        <a:sym typeface="Poppi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7/1/20XX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8/15/20XX</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Support team</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$50,000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$800,000</a:t>
                      </a: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2"/>
          <p:cNvSpPr txBox="1">
            <a:spLocks noGrp="1"/>
          </p:cNvSpPr>
          <p:nvPr>
            <p:ph type="title"/>
          </p:nvPr>
        </p:nvSpPr>
        <p:spPr>
          <a:xfrm>
            <a:off x="3733150" y="800101"/>
            <a:ext cx="4051200" cy="1113600"/>
          </a:xfrm>
          <a:prstGeom prst="rect">
            <a:avLst/>
          </a:prstGeom>
        </p:spPr>
        <p:txBody>
          <a:bodyPr spcFirstLastPara="1" wrap="square" lIns="502900" tIns="91425" rIns="91425" bIns="91425" anchor="t" anchorCtr="0">
            <a:noAutofit/>
          </a:bodyPr>
          <a:lstStyle/>
          <a:p>
            <a:pPr marL="0" lvl="0" indent="0" algn="l" rtl="0">
              <a:spcBef>
                <a:spcPts val="0"/>
              </a:spcBef>
              <a:spcAft>
                <a:spcPts val="0"/>
              </a:spcAft>
              <a:buNone/>
            </a:pPr>
            <a:r>
              <a:rPr lang="en"/>
              <a:t>WHAT TO SHOW IN A MOCKUP</a:t>
            </a:r>
            <a:endParaRPr/>
          </a:p>
        </p:txBody>
      </p:sp>
      <p:sp>
        <p:nvSpPr>
          <p:cNvPr id="573" name="Google Shape;573;p42"/>
          <p:cNvSpPr txBox="1">
            <a:spLocks noGrp="1"/>
          </p:cNvSpPr>
          <p:nvPr>
            <p:ph type="subTitle" idx="1"/>
          </p:nvPr>
        </p:nvSpPr>
        <p:spPr>
          <a:xfrm>
            <a:off x="3733300" y="1948562"/>
            <a:ext cx="4051200" cy="22119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Font typeface="Didact Gothic"/>
              <a:buAutoNum type="arabicPeriod"/>
            </a:pPr>
            <a:r>
              <a:rPr lang="en"/>
              <a:t>Product/website description: A brief overview of the product/website, including its key features, dimensions, and materials used</a:t>
            </a:r>
            <a:endParaRPr/>
          </a:p>
          <a:p>
            <a:pPr marL="457200" lvl="0" indent="-304800" algn="l" rtl="0">
              <a:spcBef>
                <a:spcPts val="1000"/>
              </a:spcBef>
              <a:spcAft>
                <a:spcPts val="0"/>
              </a:spcAft>
              <a:buSzPts val="1200"/>
              <a:buFont typeface="Didact Gothic"/>
              <a:buAutoNum type="arabicPeriod"/>
            </a:pPr>
            <a:r>
              <a:rPr lang="en"/>
              <a:t>Features and benefits: A detailed explanation of the product's/website's features and how they will benefit the user</a:t>
            </a:r>
            <a:endParaRPr/>
          </a:p>
          <a:p>
            <a:pPr marL="457200" lvl="0" indent="-304800" algn="l" rtl="0">
              <a:spcBef>
                <a:spcPts val="1000"/>
              </a:spcBef>
              <a:spcAft>
                <a:spcPts val="0"/>
              </a:spcAft>
              <a:buSzPts val="1200"/>
              <a:buFont typeface="Didact Gothic"/>
              <a:buAutoNum type="arabicPeriod"/>
            </a:pPr>
            <a:r>
              <a:rPr lang="en"/>
              <a:t>Technical specifications: A list of the product's/website's technical specifications, such as dimensions, weight, power requirements, connectivity options and hosting platform</a:t>
            </a:r>
            <a:endParaRPr/>
          </a:p>
        </p:txBody>
      </p:sp>
      <p:sp>
        <p:nvSpPr>
          <p:cNvPr id="574" name="Google Shape;574;p42"/>
          <p:cNvSpPr/>
          <p:nvPr/>
        </p:nvSpPr>
        <p:spPr>
          <a:xfrm>
            <a:off x="1675908" y="970942"/>
            <a:ext cx="1598244" cy="3049559"/>
          </a:xfrm>
          <a:custGeom>
            <a:avLst/>
            <a:gdLst/>
            <a:ahLst/>
            <a:cxnLst/>
            <a:rect l="l" t="t" r="r" b="b"/>
            <a:pathLst>
              <a:path w="84552" h="161331" extrusionOk="0">
                <a:moveTo>
                  <a:pt x="1" y="1"/>
                </a:moveTo>
                <a:lnTo>
                  <a:pt x="1" y="161331"/>
                </a:lnTo>
                <a:lnTo>
                  <a:pt x="84551" y="161331"/>
                </a:lnTo>
                <a:lnTo>
                  <a:pt x="84551" y="1"/>
                </a:lnTo>
                <a:close/>
              </a:path>
            </a:pathLst>
          </a:custGeom>
          <a:solidFill>
            <a:srgbClr val="909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2"/>
          <p:cNvSpPr/>
          <p:nvPr/>
        </p:nvSpPr>
        <p:spPr>
          <a:xfrm>
            <a:off x="1594134" y="856692"/>
            <a:ext cx="1761808" cy="3277717"/>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6" name="Google Shape;576;p42"/>
          <p:cNvPicPr preferRelativeResize="0"/>
          <p:nvPr/>
        </p:nvPicPr>
        <p:blipFill rotWithShape="1">
          <a:blip r:embed="rId3">
            <a:alphaModFix/>
          </a:blip>
          <a:srcRect l="11725" t="14346" r="67255" b="14353"/>
          <a:stretch/>
        </p:blipFill>
        <p:spPr>
          <a:xfrm>
            <a:off x="1675917" y="971025"/>
            <a:ext cx="1598076" cy="3049283"/>
          </a:xfrm>
          <a:prstGeom prst="rect">
            <a:avLst/>
          </a:prstGeom>
          <a:noFill/>
          <a:ln>
            <a:noFill/>
          </a:ln>
        </p:spPr>
      </p:pic>
      <p:sp>
        <p:nvSpPr>
          <p:cNvPr id="577" name="Google Shape;577;p42"/>
          <p:cNvSpPr/>
          <p:nvPr/>
        </p:nvSpPr>
        <p:spPr>
          <a:xfrm>
            <a:off x="2411575" y="1059950"/>
            <a:ext cx="126900" cy="1269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3"/>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TIMELINE</a:t>
            </a:r>
            <a:endParaRPr/>
          </a:p>
        </p:txBody>
      </p:sp>
      <p:sp>
        <p:nvSpPr>
          <p:cNvPr id="583" name="Google Shape;583;p43"/>
          <p:cNvSpPr txBox="1"/>
          <p:nvPr/>
        </p:nvSpPr>
        <p:spPr>
          <a:xfrm flipH="1">
            <a:off x="720000" y="1503346"/>
            <a:ext cx="1812300" cy="93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Conduct market research and analyze the target audience to identify all the opportunities</a:t>
            </a:r>
            <a:endParaRPr sz="1200">
              <a:solidFill>
                <a:schemeClr val="dk1"/>
              </a:solidFill>
              <a:latin typeface="Didact Gothic"/>
              <a:ea typeface="Didact Gothic"/>
              <a:cs typeface="Didact Gothic"/>
              <a:sym typeface="Didact Gothic"/>
            </a:endParaRPr>
          </a:p>
        </p:txBody>
      </p:sp>
      <p:sp>
        <p:nvSpPr>
          <p:cNvPr id="584" name="Google Shape;584;p43"/>
          <p:cNvSpPr txBox="1"/>
          <p:nvPr/>
        </p:nvSpPr>
        <p:spPr>
          <a:xfrm flipH="1">
            <a:off x="2683900" y="1503346"/>
            <a:ext cx="1812300" cy="93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Create the product or service by defining features, design, and also functionality</a:t>
            </a:r>
            <a:endParaRPr sz="1200">
              <a:solidFill>
                <a:schemeClr val="dk1"/>
              </a:solidFill>
              <a:latin typeface="Didact Gothic"/>
              <a:ea typeface="Didact Gothic"/>
              <a:cs typeface="Didact Gothic"/>
              <a:sym typeface="Didact Gothic"/>
            </a:endParaRPr>
          </a:p>
        </p:txBody>
      </p:sp>
      <p:sp>
        <p:nvSpPr>
          <p:cNvPr id="585" name="Google Shape;585;p43"/>
          <p:cNvSpPr txBox="1"/>
          <p:nvPr/>
        </p:nvSpPr>
        <p:spPr>
          <a:xfrm flipH="1">
            <a:off x="4647800" y="1503346"/>
            <a:ext cx="1812300" cy="93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Test the product with a group of users to receive feedback and improve the product</a:t>
            </a:r>
            <a:endParaRPr sz="1200">
              <a:solidFill>
                <a:schemeClr val="dk1"/>
              </a:solidFill>
              <a:latin typeface="Didact Gothic"/>
              <a:ea typeface="Didact Gothic"/>
              <a:cs typeface="Didact Gothic"/>
              <a:sym typeface="Didact Gothic"/>
            </a:endParaRPr>
          </a:p>
        </p:txBody>
      </p:sp>
      <p:sp>
        <p:nvSpPr>
          <p:cNvPr id="586" name="Google Shape;586;p43"/>
          <p:cNvSpPr txBox="1"/>
          <p:nvPr/>
        </p:nvSpPr>
        <p:spPr>
          <a:xfrm flipH="1">
            <a:off x="6611700" y="1503346"/>
            <a:ext cx="1812300" cy="933900"/>
          </a:xfrm>
          <a:prstGeom prst="rect">
            <a:avLst/>
          </a:prstGeom>
          <a:noFill/>
          <a:ln>
            <a:noFill/>
          </a:ln>
        </p:spPr>
        <p:txBody>
          <a:bodyPr spcFirstLastPara="1" wrap="square" lIns="182875" tIns="91425" rIns="18287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Execute a marketing campaign to promote the product to the target audience</a:t>
            </a:r>
            <a:endParaRPr sz="1200">
              <a:solidFill>
                <a:schemeClr val="dk1"/>
              </a:solidFill>
              <a:latin typeface="Didact Gothic"/>
              <a:ea typeface="Didact Gothic"/>
              <a:cs typeface="Didact Gothic"/>
              <a:sym typeface="Didact Gothic"/>
            </a:endParaRPr>
          </a:p>
        </p:txBody>
      </p:sp>
      <p:cxnSp>
        <p:nvCxnSpPr>
          <p:cNvPr id="587" name="Google Shape;587;p43"/>
          <p:cNvCxnSpPr>
            <a:stCxn id="588" idx="3"/>
            <a:endCxn id="589" idx="1"/>
          </p:cNvCxnSpPr>
          <p:nvPr/>
        </p:nvCxnSpPr>
        <p:spPr>
          <a:xfrm>
            <a:off x="1729617" y="11592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590" name="Google Shape;590;p43"/>
          <p:cNvCxnSpPr>
            <a:stCxn id="589" idx="3"/>
            <a:endCxn id="591" idx="1"/>
          </p:cNvCxnSpPr>
          <p:nvPr/>
        </p:nvCxnSpPr>
        <p:spPr>
          <a:xfrm>
            <a:off x="3693542" y="11592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592" name="Google Shape;592;p43"/>
          <p:cNvCxnSpPr>
            <a:stCxn id="591" idx="3"/>
            <a:endCxn id="593" idx="1"/>
          </p:cNvCxnSpPr>
          <p:nvPr/>
        </p:nvCxnSpPr>
        <p:spPr>
          <a:xfrm>
            <a:off x="5657467" y="11592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594" name="Google Shape;594;p43"/>
          <p:cNvCxnSpPr>
            <a:stCxn id="588" idx="2"/>
            <a:endCxn id="583" idx="0"/>
          </p:cNvCxnSpPr>
          <p:nvPr/>
        </p:nvCxnSpPr>
        <p:spPr>
          <a:xfrm>
            <a:off x="1626117" y="1262727"/>
            <a:ext cx="0" cy="240600"/>
          </a:xfrm>
          <a:prstGeom prst="straightConnector1">
            <a:avLst/>
          </a:prstGeom>
          <a:noFill/>
          <a:ln w="9525" cap="flat" cmpd="sng">
            <a:solidFill>
              <a:schemeClr val="dk1"/>
            </a:solidFill>
            <a:prstDash val="solid"/>
            <a:round/>
            <a:headEnd type="none" w="med" len="med"/>
            <a:tailEnd type="none" w="med" len="med"/>
          </a:ln>
        </p:spPr>
      </p:cxnSp>
      <p:cxnSp>
        <p:nvCxnSpPr>
          <p:cNvPr id="595" name="Google Shape;595;p43"/>
          <p:cNvCxnSpPr>
            <a:stCxn id="589" idx="2"/>
            <a:endCxn id="584" idx="0"/>
          </p:cNvCxnSpPr>
          <p:nvPr/>
        </p:nvCxnSpPr>
        <p:spPr>
          <a:xfrm>
            <a:off x="3590042" y="1262727"/>
            <a:ext cx="0" cy="240600"/>
          </a:xfrm>
          <a:prstGeom prst="straightConnector1">
            <a:avLst/>
          </a:prstGeom>
          <a:noFill/>
          <a:ln w="9525" cap="flat" cmpd="sng">
            <a:solidFill>
              <a:schemeClr val="dk1"/>
            </a:solidFill>
            <a:prstDash val="solid"/>
            <a:round/>
            <a:headEnd type="none" w="med" len="med"/>
            <a:tailEnd type="none" w="med" len="med"/>
          </a:ln>
        </p:spPr>
      </p:cxnSp>
      <p:cxnSp>
        <p:nvCxnSpPr>
          <p:cNvPr id="596" name="Google Shape;596;p43"/>
          <p:cNvCxnSpPr>
            <a:stCxn id="591" idx="2"/>
            <a:endCxn id="585" idx="0"/>
          </p:cNvCxnSpPr>
          <p:nvPr/>
        </p:nvCxnSpPr>
        <p:spPr>
          <a:xfrm>
            <a:off x="5553967" y="1262727"/>
            <a:ext cx="0" cy="240600"/>
          </a:xfrm>
          <a:prstGeom prst="straightConnector1">
            <a:avLst/>
          </a:prstGeom>
          <a:noFill/>
          <a:ln w="9525" cap="flat" cmpd="sng">
            <a:solidFill>
              <a:schemeClr val="dk1"/>
            </a:solidFill>
            <a:prstDash val="solid"/>
            <a:round/>
            <a:headEnd type="none" w="med" len="med"/>
            <a:tailEnd type="none" w="med" len="med"/>
          </a:ln>
        </p:spPr>
      </p:cxnSp>
      <p:cxnSp>
        <p:nvCxnSpPr>
          <p:cNvPr id="597" name="Google Shape;597;p43"/>
          <p:cNvCxnSpPr>
            <a:stCxn id="593" idx="2"/>
            <a:endCxn id="586" idx="0"/>
          </p:cNvCxnSpPr>
          <p:nvPr/>
        </p:nvCxnSpPr>
        <p:spPr>
          <a:xfrm>
            <a:off x="7517892" y="1262727"/>
            <a:ext cx="0" cy="240600"/>
          </a:xfrm>
          <a:prstGeom prst="straightConnector1">
            <a:avLst/>
          </a:prstGeom>
          <a:noFill/>
          <a:ln w="9525" cap="flat" cmpd="sng">
            <a:solidFill>
              <a:schemeClr val="dk1"/>
            </a:solidFill>
            <a:prstDash val="solid"/>
            <a:round/>
            <a:headEnd type="none" w="med" len="med"/>
            <a:tailEnd type="none" w="med" len="med"/>
          </a:ln>
        </p:spPr>
      </p:cxnSp>
      <p:sp>
        <p:nvSpPr>
          <p:cNvPr id="598" name="Google Shape;598;p43"/>
          <p:cNvSpPr txBox="1"/>
          <p:nvPr/>
        </p:nvSpPr>
        <p:spPr>
          <a:xfrm flipH="1">
            <a:off x="720000" y="3490196"/>
            <a:ext cx="1812300" cy="93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Release the product or service to the market with a comprehensive launch plan</a:t>
            </a:r>
            <a:endParaRPr sz="1200">
              <a:solidFill>
                <a:schemeClr val="dk1"/>
              </a:solidFill>
              <a:latin typeface="Didact Gothic"/>
              <a:ea typeface="Didact Gothic"/>
              <a:cs typeface="Didact Gothic"/>
              <a:sym typeface="Didact Gothic"/>
            </a:endParaRPr>
          </a:p>
        </p:txBody>
      </p:sp>
      <p:sp>
        <p:nvSpPr>
          <p:cNvPr id="599" name="Google Shape;599;p43"/>
          <p:cNvSpPr txBox="1"/>
          <p:nvPr/>
        </p:nvSpPr>
        <p:spPr>
          <a:xfrm flipH="1">
            <a:off x="2683900" y="3490196"/>
            <a:ext cx="1812300" cy="933900"/>
          </a:xfrm>
          <a:prstGeom prst="rect">
            <a:avLst/>
          </a:prstGeom>
          <a:noFill/>
          <a:ln>
            <a:noFill/>
          </a:ln>
        </p:spPr>
        <p:txBody>
          <a:bodyPr spcFirstLastPara="1" wrap="square" lIns="182875" tIns="91425" rIns="18287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Ease and provide customer support to ensure the full customer satisfaction</a:t>
            </a:r>
            <a:endParaRPr sz="1200">
              <a:solidFill>
                <a:schemeClr val="dk1"/>
              </a:solidFill>
              <a:latin typeface="Didact Gothic"/>
              <a:ea typeface="Didact Gothic"/>
              <a:cs typeface="Didact Gothic"/>
              <a:sym typeface="Didact Gothic"/>
            </a:endParaRPr>
          </a:p>
        </p:txBody>
      </p:sp>
      <p:sp>
        <p:nvSpPr>
          <p:cNvPr id="600" name="Google Shape;600;p43"/>
          <p:cNvSpPr txBox="1"/>
          <p:nvPr/>
        </p:nvSpPr>
        <p:spPr>
          <a:xfrm flipH="1">
            <a:off x="4647800" y="3490196"/>
            <a:ext cx="1812300" cy="933900"/>
          </a:xfrm>
          <a:prstGeom prst="rect">
            <a:avLst/>
          </a:prstGeom>
          <a:noFill/>
          <a:ln>
            <a:noFill/>
          </a:ln>
        </p:spPr>
        <p:txBody>
          <a:bodyPr spcFirstLastPara="1" wrap="square" lIns="182875" tIns="91425" rIns="18287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Explore opportunities for growth and expansion of the product or service</a:t>
            </a:r>
            <a:endParaRPr sz="1200">
              <a:solidFill>
                <a:schemeClr val="dk1"/>
              </a:solidFill>
              <a:latin typeface="Didact Gothic"/>
              <a:ea typeface="Didact Gothic"/>
              <a:cs typeface="Didact Gothic"/>
              <a:sym typeface="Didact Gothic"/>
            </a:endParaRPr>
          </a:p>
        </p:txBody>
      </p:sp>
      <p:sp>
        <p:nvSpPr>
          <p:cNvPr id="601" name="Google Shape;601;p43"/>
          <p:cNvSpPr txBox="1"/>
          <p:nvPr/>
        </p:nvSpPr>
        <p:spPr>
          <a:xfrm flipH="1">
            <a:off x="6611700" y="3490196"/>
            <a:ext cx="1812300" cy="93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Continuously improve the product based on customer feedback and market trends</a:t>
            </a:r>
            <a:endParaRPr sz="1200">
              <a:solidFill>
                <a:schemeClr val="dk1"/>
              </a:solidFill>
              <a:latin typeface="Didact Gothic"/>
              <a:ea typeface="Didact Gothic"/>
              <a:cs typeface="Didact Gothic"/>
              <a:sym typeface="Didact Gothic"/>
            </a:endParaRPr>
          </a:p>
        </p:txBody>
      </p:sp>
      <p:cxnSp>
        <p:nvCxnSpPr>
          <p:cNvPr id="602" name="Google Shape;602;p43"/>
          <p:cNvCxnSpPr>
            <a:stCxn id="603" idx="3"/>
            <a:endCxn id="604" idx="1"/>
          </p:cNvCxnSpPr>
          <p:nvPr/>
        </p:nvCxnSpPr>
        <p:spPr>
          <a:xfrm>
            <a:off x="1729617" y="31537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605" name="Google Shape;605;p43"/>
          <p:cNvCxnSpPr>
            <a:stCxn id="604" idx="3"/>
            <a:endCxn id="606" idx="1"/>
          </p:cNvCxnSpPr>
          <p:nvPr/>
        </p:nvCxnSpPr>
        <p:spPr>
          <a:xfrm>
            <a:off x="3693555" y="31537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607" name="Google Shape;607;p43"/>
          <p:cNvCxnSpPr>
            <a:stCxn id="606" idx="3"/>
            <a:endCxn id="608" idx="1"/>
          </p:cNvCxnSpPr>
          <p:nvPr/>
        </p:nvCxnSpPr>
        <p:spPr>
          <a:xfrm>
            <a:off x="5657480" y="3153727"/>
            <a:ext cx="1756800" cy="0"/>
          </a:xfrm>
          <a:prstGeom prst="straightConnector1">
            <a:avLst/>
          </a:prstGeom>
          <a:noFill/>
          <a:ln w="9525" cap="flat" cmpd="sng">
            <a:solidFill>
              <a:schemeClr val="dk1"/>
            </a:solidFill>
            <a:prstDash val="solid"/>
            <a:round/>
            <a:headEnd type="none" w="med" len="med"/>
            <a:tailEnd type="none" w="med" len="med"/>
          </a:ln>
        </p:spPr>
      </p:cxnSp>
      <p:cxnSp>
        <p:nvCxnSpPr>
          <p:cNvPr id="609" name="Google Shape;609;p43"/>
          <p:cNvCxnSpPr>
            <a:stCxn id="603" idx="2"/>
            <a:endCxn id="598" idx="0"/>
          </p:cNvCxnSpPr>
          <p:nvPr/>
        </p:nvCxnSpPr>
        <p:spPr>
          <a:xfrm>
            <a:off x="1626117" y="3257227"/>
            <a:ext cx="0" cy="233100"/>
          </a:xfrm>
          <a:prstGeom prst="straightConnector1">
            <a:avLst/>
          </a:prstGeom>
          <a:noFill/>
          <a:ln w="9525" cap="flat" cmpd="sng">
            <a:solidFill>
              <a:schemeClr val="dk1"/>
            </a:solidFill>
            <a:prstDash val="solid"/>
            <a:round/>
            <a:headEnd type="none" w="med" len="med"/>
            <a:tailEnd type="none" w="med" len="med"/>
          </a:ln>
        </p:spPr>
      </p:cxnSp>
      <p:cxnSp>
        <p:nvCxnSpPr>
          <p:cNvPr id="610" name="Google Shape;610;p43"/>
          <p:cNvCxnSpPr>
            <a:stCxn id="604" idx="2"/>
            <a:endCxn id="599" idx="0"/>
          </p:cNvCxnSpPr>
          <p:nvPr/>
        </p:nvCxnSpPr>
        <p:spPr>
          <a:xfrm>
            <a:off x="3590055" y="3257227"/>
            <a:ext cx="0" cy="233100"/>
          </a:xfrm>
          <a:prstGeom prst="straightConnector1">
            <a:avLst/>
          </a:prstGeom>
          <a:noFill/>
          <a:ln w="9525" cap="flat" cmpd="sng">
            <a:solidFill>
              <a:schemeClr val="dk1"/>
            </a:solidFill>
            <a:prstDash val="solid"/>
            <a:round/>
            <a:headEnd type="none" w="med" len="med"/>
            <a:tailEnd type="none" w="med" len="med"/>
          </a:ln>
        </p:spPr>
      </p:cxnSp>
      <p:cxnSp>
        <p:nvCxnSpPr>
          <p:cNvPr id="611" name="Google Shape;611;p43"/>
          <p:cNvCxnSpPr>
            <a:stCxn id="606" idx="2"/>
            <a:endCxn id="600" idx="0"/>
          </p:cNvCxnSpPr>
          <p:nvPr/>
        </p:nvCxnSpPr>
        <p:spPr>
          <a:xfrm>
            <a:off x="5553980" y="3257227"/>
            <a:ext cx="0" cy="233100"/>
          </a:xfrm>
          <a:prstGeom prst="straightConnector1">
            <a:avLst/>
          </a:prstGeom>
          <a:noFill/>
          <a:ln w="9525" cap="flat" cmpd="sng">
            <a:solidFill>
              <a:schemeClr val="dk1"/>
            </a:solidFill>
            <a:prstDash val="solid"/>
            <a:round/>
            <a:headEnd type="none" w="med" len="med"/>
            <a:tailEnd type="none" w="med" len="med"/>
          </a:ln>
        </p:spPr>
      </p:cxnSp>
      <p:cxnSp>
        <p:nvCxnSpPr>
          <p:cNvPr id="612" name="Google Shape;612;p43"/>
          <p:cNvCxnSpPr>
            <a:stCxn id="608" idx="2"/>
            <a:endCxn id="601" idx="0"/>
          </p:cNvCxnSpPr>
          <p:nvPr/>
        </p:nvCxnSpPr>
        <p:spPr>
          <a:xfrm>
            <a:off x="7517905" y="3257227"/>
            <a:ext cx="0" cy="233100"/>
          </a:xfrm>
          <a:prstGeom prst="straightConnector1">
            <a:avLst/>
          </a:prstGeom>
          <a:noFill/>
          <a:ln w="9525" cap="flat" cmpd="sng">
            <a:solidFill>
              <a:schemeClr val="dk1"/>
            </a:solidFill>
            <a:prstDash val="solid"/>
            <a:round/>
            <a:headEnd type="none" w="med" len="med"/>
            <a:tailEnd type="none" w="med" len="med"/>
          </a:ln>
        </p:spPr>
      </p:cxnSp>
      <p:cxnSp>
        <p:nvCxnSpPr>
          <p:cNvPr id="613" name="Google Shape;613;p43"/>
          <p:cNvCxnSpPr>
            <a:stCxn id="586" idx="2"/>
            <a:endCxn id="603" idx="1"/>
          </p:cNvCxnSpPr>
          <p:nvPr/>
        </p:nvCxnSpPr>
        <p:spPr>
          <a:xfrm rot="5400000">
            <a:off x="4162050" y="-202154"/>
            <a:ext cx="716400" cy="5995200"/>
          </a:xfrm>
          <a:prstGeom prst="bentConnector4">
            <a:avLst>
              <a:gd name="adj1" fmla="val 32071"/>
              <a:gd name="adj2" fmla="val 103972"/>
            </a:avLst>
          </a:prstGeom>
          <a:noFill/>
          <a:ln w="9525" cap="flat" cmpd="sng">
            <a:solidFill>
              <a:schemeClr val="dk1"/>
            </a:solidFill>
            <a:prstDash val="solid"/>
            <a:round/>
            <a:headEnd type="none" w="med" len="med"/>
            <a:tailEnd type="none" w="med" len="med"/>
          </a:ln>
        </p:spPr>
      </p:cxnSp>
      <p:sp>
        <p:nvSpPr>
          <p:cNvPr id="588" name="Google Shape;588;p43"/>
          <p:cNvSpPr/>
          <p:nvPr/>
        </p:nvSpPr>
        <p:spPr>
          <a:xfrm>
            <a:off x="1522617" y="10557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89" name="Google Shape;589;p43"/>
          <p:cNvSpPr/>
          <p:nvPr/>
        </p:nvSpPr>
        <p:spPr>
          <a:xfrm>
            <a:off x="3486542" y="10557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1" name="Google Shape;591;p43"/>
          <p:cNvSpPr/>
          <p:nvPr/>
        </p:nvSpPr>
        <p:spPr>
          <a:xfrm>
            <a:off x="5450467" y="10557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3" name="Google Shape;593;p43"/>
          <p:cNvSpPr/>
          <p:nvPr/>
        </p:nvSpPr>
        <p:spPr>
          <a:xfrm>
            <a:off x="7414392" y="10557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3" name="Google Shape;603;p43"/>
          <p:cNvSpPr/>
          <p:nvPr/>
        </p:nvSpPr>
        <p:spPr>
          <a:xfrm>
            <a:off x="1522617" y="30502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4" name="Google Shape;604;p43"/>
          <p:cNvSpPr/>
          <p:nvPr/>
        </p:nvSpPr>
        <p:spPr>
          <a:xfrm>
            <a:off x="3486555" y="30502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6" name="Google Shape;606;p43"/>
          <p:cNvSpPr/>
          <p:nvPr/>
        </p:nvSpPr>
        <p:spPr>
          <a:xfrm>
            <a:off x="5450480" y="30502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8" name="Google Shape;608;p43"/>
          <p:cNvSpPr/>
          <p:nvPr/>
        </p:nvSpPr>
        <p:spPr>
          <a:xfrm>
            <a:off x="7414405" y="3050227"/>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4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ROADMAP</a:t>
            </a:r>
            <a:endParaRPr/>
          </a:p>
        </p:txBody>
      </p:sp>
      <p:graphicFrame>
        <p:nvGraphicFramePr>
          <p:cNvPr id="619" name="Google Shape;619;p44"/>
          <p:cNvGraphicFramePr/>
          <p:nvPr/>
        </p:nvGraphicFramePr>
        <p:xfrm>
          <a:off x="771400" y="1036545"/>
          <a:ext cx="7601200" cy="3440150"/>
        </p:xfrm>
        <a:graphic>
          <a:graphicData uri="http://schemas.openxmlformats.org/drawingml/2006/table">
            <a:tbl>
              <a:tblPr>
                <a:noFill/>
                <a:tableStyleId>{0BB13162-1F61-41E0-8A0C-221876AADC13}</a:tableStyleId>
              </a:tblPr>
              <a:tblGrid>
                <a:gridCol w="1366725">
                  <a:extLst>
                    <a:ext uri="{9D8B030D-6E8A-4147-A177-3AD203B41FA5}">
                      <a16:colId xmlns:a16="http://schemas.microsoft.com/office/drawing/2014/main" val="20000"/>
                    </a:ext>
                  </a:extLst>
                </a:gridCol>
                <a:gridCol w="2382175">
                  <a:extLst>
                    <a:ext uri="{9D8B030D-6E8A-4147-A177-3AD203B41FA5}">
                      <a16:colId xmlns:a16="http://schemas.microsoft.com/office/drawing/2014/main" val="20001"/>
                    </a:ext>
                  </a:extLst>
                </a:gridCol>
                <a:gridCol w="321025">
                  <a:extLst>
                    <a:ext uri="{9D8B030D-6E8A-4147-A177-3AD203B41FA5}">
                      <a16:colId xmlns:a16="http://schemas.microsoft.com/office/drawing/2014/main" val="20002"/>
                    </a:ext>
                  </a:extLst>
                </a:gridCol>
                <a:gridCol w="321025">
                  <a:extLst>
                    <a:ext uri="{9D8B030D-6E8A-4147-A177-3AD203B41FA5}">
                      <a16:colId xmlns:a16="http://schemas.microsoft.com/office/drawing/2014/main" val="20003"/>
                    </a:ext>
                  </a:extLst>
                </a:gridCol>
                <a:gridCol w="321025">
                  <a:extLst>
                    <a:ext uri="{9D8B030D-6E8A-4147-A177-3AD203B41FA5}">
                      <a16:colId xmlns:a16="http://schemas.microsoft.com/office/drawing/2014/main" val="20004"/>
                    </a:ext>
                  </a:extLst>
                </a:gridCol>
                <a:gridCol w="321025">
                  <a:extLst>
                    <a:ext uri="{9D8B030D-6E8A-4147-A177-3AD203B41FA5}">
                      <a16:colId xmlns:a16="http://schemas.microsoft.com/office/drawing/2014/main" val="20005"/>
                    </a:ext>
                  </a:extLst>
                </a:gridCol>
                <a:gridCol w="321025">
                  <a:extLst>
                    <a:ext uri="{9D8B030D-6E8A-4147-A177-3AD203B41FA5}">
                      <a16:colId xmlns:a16="http://schemas.microsoft.com/office/drawing/2014/main" val="20006"/>
                    </a:ext>
                  </a:extLst>
                </a:gridCol>
                <a:gridCol w="321025">
                  <a:extLst>
                    <a:ext uri="{9D8B030D-6E8A-4147-A177-3AD203B41FA5}">
                      <a16:colId xmlns:a16="http://schemas.microsoft.com/office/drawing/2014/main" val="20007"/>
                    </a:ext>
                  </a:extLst>
                </a:gridCol>
                <a:gridCol w="321025">
                  <a:extLst>
                    <a:ext uri="{9D8B030D-6E8A-4147-A177-3AD203B41FA5}">
                      <a16:colId xmlns:a16="http://schemas.microsoft.com/office/drawing/2014/main" val="20008"/>
                    </a:ext>
                  </a:extLst>
                </a:gridCol>
                <a:gridCol w="321025">
                  <a:extLst>
                    <a:ext uri="{9D8B030D-6E8A-4147-A177-3AD203B41FA5}">
                      <a16:colId xmlns:a16="http://schemas.microsoft.com/office/drawing/2014/main" val="20009"/>
                    </a:ext>
                  </a:extLst>
                </a:gridCol>
                <a:gridCol w="321025">
                  <a:extLst>
                    <a:ext uri="{9D8B030D-6E8A-4147-A177-3AD203B41FA5}">
                      <a16:colId xmlns:a16="http://schemas.microsoft.com/office/drawing/2014/main" val="20010"/>
                    </a:ext>
                  </a:extLst>
                </a:gridCol>
                <a:gridCol w="321025">
                  <a:extLst>
                    <a:ext uri="{9D8B030D-6E8A-4147-A177-3AD203B41FA5}">
                      <a16:colId xmlns:a16="http://schemas.microsoft.com/office/drawing/2014/main" val="20011"/>
                    </a:ext>
                  </a:extLst>
                </a:gridCol>
                <a:gridCol w="321025">
                  <a:extLst>
                    <a:ext uri="{9D8B030D-6E8A-4147-A177-3AD203B41FA5}">
                      <a16:colId xmlns:a16="http://schemas.microsoft.com/office/drawing/2014/main" val="20012"/>
                    </a:ext>
                  </a:extLst>
                </a:gridCol>
                <a:gridCol w="321025">
                  <a:extLst>
                    <a:ext uri="{9D8B030D-6E8A-4147-A177-3AD203B41FA5}">
                      <a16:colId xmlns:a16="http://schemas.microsoft.com/office/drawing/2014/main" val="20013"/>
                    </a:ext>
                  </a:extLst>
                </a:gridCol>
              </a:tblGrid>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INITIATIVE</a:t>
                      </a:r>
                      <a:endParaRPr sz="1300" b="1">
                        <a:solidFill>
                          <a:schemeClr val="dk1"/>
                        </a:solidFill>
                        <a:latin typeface="Poppins"/>
                        <a:ea typeface="Poppins"/>
                        <a:cs typeface="Poppins"/>
                        <a:sym typeface="Poppins"/>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OBJECTIVE</a:t>
                      </a:r>
                      <a:endParaRPr sz="1300" b="1">
                        <a:solidFill>
                          <a:schemeClr val="dk1"/>
                        </a:solidFill>
                        <a:latin typeface="Poppins"/>
                        <a:ea typeface="Poppins"/>
                        <a:cs typeface="Poppins"/>
                        <a:sym typeface="Poppins"/>
                      </a:endParaRPr>
                    </a:p>
                  </a:txBody>
                  <a:tcPr marL="91425"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J</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F</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1300" b="1">
                          <a:solidFill>
                            <a:schemeClr val="dk1"/>
                          </a:solidFill>
                          <a:latin typeface="Poppins"/>
                          <a:ea typeface="Poppins"/>
                          <a:cs typeface="Poppins"/>
                          <a:sym typeface="Poppins"/>
                        </a:rPr>
                        <a:t>A</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J</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J</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A</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S</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O</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N</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1300" b="1">
                          <a:solidFill>
                            <a:schemeClr val="dk1"/>
                          </a:solidFill>
                          <a:latin typeface="Poppins"/>
                          <a:ea typeface="Poppins"/>
                          <a:cs typeface="Poppins"/>
                          <a:sym typeface="Poppins"/>
                        </a:rPr>
                        <a:t>D</a:t>
                      </a:r>
                      <a:endParaRPr sz="1300" b="1">
                        <a:solidFill>
                          <a:schemeClr val="dk1"/>
                        </a:solidFill>
                        <a:latin typeface="Poppins"/>
                        <a:ea typeface="Poppins"/>
                        <a:cs typeface="Poppins"/>
                        <a:sym typeface="Poppins"/>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MARKET RESEARCH</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Increase brand awareness by 30% within the first year</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PRODUCT DEVELOPMENT</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Achieve a customer satisfaction rate of 90%</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MARKETING CAMPAIGN</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Increase revenue by 20% within the first year</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PRODUCT LAUNCH</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Achieve a customer satisfaction rate of 90% within the first year</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EXPANSION</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Reduce costs by 15% within the first year by expanding the product</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91450">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PARTNERSHIP</a:t>
                      </a:r>
                      <a:endParaRPr sz="1300" b="1">
                        <a:solidFill>
                          <a:schemeClr val="dk1"/>
                        </a:solidFill>
                        <a:latin typeface="Poppins"/>
                        <a:ea typeface="Poppins"/>
                        <a:cs typeface="Poppins"/>
                        <a:sym typeface="Poppins"/>
                      </a:endParaRPr>
                    </a:p>
                  </a:txBody>
                  <a:tcPr marL="45700" marR="45700" marT="45700" marB="45700" anchor="ctr">
                    <a:lnL w="9525" cap="flat" cmpd="sng">
                      <a:solidFill>
                        <a:srgbClr val="595959">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Reach profitability within 18 months of launch</a:t>
                      </a:r>
                      <a:endParaRPr sz="1200">
                        <a:solidFill>
                          <a:schemeClr val="dk1"/>
                        </a:solidFill>
                        <a:latin typeface="Didact Gothic"/>
                        <a:ea typeface="Didact Gothic"/>
                        <a:cs typeface="Didact Gothic"/>
                        <a:sym typeface="Didact Gothic"/>
                      </a:endParaRPr>
                    </a:p>
                  </a:txBody>
                  <a:tcPr marL="45700" marR="45700"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Didact Gothic"/>
                        <a:ea typeface="Didact Gothic"/>
                        <a:cs typeface="Didact Gothic"/>
                        <a:sym typeface="Didact Gothic"/>
                      </a:endParaRPr>
                    </a:p>
                  </a:txBody>
                  <a:tcPr marL="0" marR="0" marT="0" marB="0" anchor="ctr">
                    <a:lnL w="9525" cap="flat" cmpd="sng">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45"/>
          <p:cNvSpPr txBox="1">
            <a:spLocks noGrp="1"/>
          </p:cNvSpPr>
          <p:nvPr>
            <p:ph type="title"/>
          </p:nvPr>
        </p:nvSpPr>
        <p:spPr>
          <a:xfrm>
            <a:off x="5741950" y="486925"/>
            <a:ext cx="2598600" cy="111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PHOTO SHOWCASE</a:t>
            </a:r>
            <a:endParaRPr/>
          </a:p>
        </p:txBody>
      </p:sp>
      <p:sp>
        <p:nvSpPr>
          <p:cNvPr id="625" name="Google Shape;625;p45"/>
          <p:cNvSpPr txBox="1">
            <a:spLocks noGrp="1"/>
          </p:cNvSpPr>
          <p:nvPr>
            <p:ph type="subTitle" idx="1"/>
          </p:nvPr>
        </p:nvSpPr>
        <p:spPr>
          <a:xfrm>
            <a:off x="5741950" y="1511775"/>
            <a:ext cx="2598600" cy="111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photo showcase can be a useful addition to a business project proposal as it can help to visually communicate the concept or idea being proposed</a:t>
            </a:r>
            <a:endParaRPr/>
          </a:p>
        </p:txBody>
      </p:sp>
      <p:pic>
        <p:nvPicPr>
          <p:cNvPr id="626" name="Google Shape;626;p45"/>
          <p:cNvPicPr preferRelativeResize="0">
            <a:picLocks noGrp="1"/>
          </p:cNvPicPr>
          <p:nvPr>
            <p:ph type="pic" idx="2"/>
          </p:nvPr>
        </p:nvPicPr>
        <p:blipFill rotWithShape="1">
          <a:blip r:embed="rId3">
            <a:alphaModFix/>
          </a:blip>
          <a:srcRect l="27197" t="12052" r="35187" b="3195"/>
          <a:stretch/>
        </p:blipFill>
        <p:spPr>
          <a:xfrm>
            <a:off x="803450" y="539500"/>
            <a:ext cx="2598600" cy="3902100"/>
          </a:xfrm>
          <a:prstGeom prst="roundRect">
            <a:avLst>
              <a:gd name="adj" fmla="val 11280"/>
            </a:avLst>
          </a:prstGeom>
        </p:spPr>
      </p:pic>
      <p:pic>
        <p:nvPicPr>
          <p:cNvPr id="627" name="Google Shape;627;p45"/>
          <p:cNvPicPr preferRelativeResize="0">
            <a:picLocks noGrp="1"/>
          </p:cNvPicPr>
          <p:nvPr>
            <p:ph type="pic" idx="3"/>
          </p:nvPr>
        </p:nvPicPr>
        <p:blipFill rotWithShape="1">
          <a:blip r:embed="rId4">
            <a:alphaModFix/>
          </a:blip>
          <a:srcRect l="5706" r="5697" b="11087"/>
          <a:stretch/>
        </p:blipFill>
        <p:spPr>
          <a:xfrm>
            <a:off x="3559500" y="539500"/>
            <a:ext cx="2025000" cy="2032200"/>
          </a:xfrm>
          <a:prstGeom prst="roundRect">
            <a:avLst>
              <a:gd name="adj" fmla="val 16667"/>
            </a:avLst>
          </a:prstGeom>
        </p:spPr>
      </p:pic>
      <p:pic>
        <p:nvPicPr>
          <p:cNvPr id="628" name="Google Shape;628;p45"/>
          <p:cNvPicPr preferRelativeResize="0">
            <a:picLocks noGrp="1"/>
          </p:cNvPicPr>
          <p:nvPr>
            <p:ph type="pic" idx="4"/>
          </p:nvPr>
        </p:nvPicPr>
        <p:blipFill rotWithShape="1">
          <a:blip r:embed="rId5">
            <a:alphaModFix/>
          </a:blip>
          <a:srcRect t="17007" b="28342"/>
          <a:stretch/>
        </p:blipFill>
        <p:spPr>
          <a:xfrm>
            <a:off x="3559500" y="2715075"/>
            <a:ext cx="4740300" cy="1726500"/>
          </a:xfrm>
          <a:prstGeom prst="roundRect">
            <a:avLst>
              <a:gd name="adj" fmla="val 18963"/>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4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EXPENSES</a:t>
            </a:r>
            <a:endParaRPr/>
          </a:p>
        </p:txBody>
      </p:sp>
      <p:sp>
        <p:nvSpPr>
          <p:cNvPr id="634" name="Google Shape;634;p46"/>
          <p:cNvSpPr txBox="1">
            <a:spLocks noGrp="1"/>
          </p:cNvSpPr>
          <p:nvPr>
            <p:ph type="title" idx="4294967295"/>
          </p:nvPr>
        </p:nvSpPr>
        <p:spPr>
          <a:xfrm>
            <a:off x="6338019" y="1197155"/>
            <a:ext cx="1673100" cy="358800"/>
          </a:xfrm>
          <a:prstGeom prst="rect">
            <a:avLst/>
          </a:prstGeom>
        </p:spPr>
        <p:txBody>
          <a:bodyPr spcFirstLastPara="1" wrap="square" lIns="91425" tIns="91425" rIns="91425" bIns="45700" anchor="b" anchorCtr="0">
            <a:noAutofit/>
          </a:bodyPr>
          <a:lstStyle/>
          <a:p>
            <a:pPr marL="0" lvl="0" indent="0" algn="l" rtl="0">
              <a:spcBef>
                <a:spcPts val="0"/>
              </a:spcBef>
              <a:spcAft>
                <a:spcPts val="0"/>
              </a:spcAft>
              <a:buNone/>
            </a:pPr>
            <a:r>
              <a:rPr lang="en" sz="1800"/>
              <a:t>LABOR</a:t>
            </a:r>
            <a:endParaRPr sz="1800"/>
          </a:p>
        </p:txBody>
      </p:sp>
      <p:sp>
        <p:nvSpPr>
          <p:cNvPr id="635" name="Google Shape;635;p46"/>
          <p:cNvSpPr txBox="1">
            <a:spLocks noGrp="1"/>
          </p:cNvSpPr>
          <p:nvPr>
            <p:ph type="title" idx="4294967295"/>
          </p:nvPr>
        </p:nvSpPr>
        <p:spPr>
          <a:xfrm>
            <a:off x="6338019" y="1781621"/>
            <a:ext cx="1673100" cy="358800"/>
          </a:xfrm>
          <a:prstGeom prst="rect">
            <a:avLst/>
          </a:prstGeom>
        </p:spPr>
        <p:txBody>
          <a:bodyPr spcFirstLastPara="1" wrap="square" lIns="91425" tIns="91425" rIns="91425" bIns="45700" anchor="b" anchorCtr="0">
            <a:noAutofit/>
          </a:bodyPr>
          <a:lstStyle/>
          <a:p>
            <a:pPr marL="0" lvl="0" indent="0" algn="l" rtl="0">
              <a:spcBef>
                <a:spcPts val="0"/>
              </a:spcBef>
              <a:spcAft>
                <a:spcPts val="0"/>
              </a:spcAft>
              <a:buNone/>
            </a:pPr>
            <a:r>
              <a:rPr lang="en" sz="1800"/>
              <a:t>MATERIALS</a:t>
            </a:r>
            <a:endParaRPr sz="1800"/>
          </a:p>
        </p:txBody>
      </p:sp>
      <p:sp>
        <p:nvSpPr>
          <p:cNvPr id="636" name="Google Shape;636;p46"/>
          <p:cNvSpPr txBox="1">
            <a:spLocks noGrp="1"/>
          </p:cNvSpPr>
          <p:nvPr>
            <p:ph type="title" idx="4294967295"/>
          </p:nvPr>
        </p:nvSpPr>
        <p:spPr>
          <a:xfrm>
            <a:off x="6338019" y="2366087"/>
            <a:ext cx="1673100" cy="358800"/>
          </a:xfrm>
          <a:prstGeom prst="rect">
            <a:avLst/>
          </a:prstGeom>
        </p:spPr>
        <p:txBody>
          <a:bodyPr spcFirstLastPara="1" wrap="square" lIns="91425" tIns="91425" rIns="91425" bIns="45700" anchor="b" anchorCtr="0">
            <a:noAutofit/>
          </a:bodyPr>
          <a:lstStyle/>
          <a:p>
            <a:pPr marL="0" lvl="0" indent="0" algn="l" rtl="0">
              <a:spcBef>
                <a:spcPts val="0"/>
              </a:spcBef>
              <a:spcAft>
                <a:spcPts val="0"/>
              </a:spcAft>
              <a:buNone/>
            </a:pPr>
            <a:r>
              <a:rPr lang="en" sz="1800"/>
              <a:t>EQUIPMENT</a:t>
            </a:r>
            <a:endParaRPr sz="1800"/>
          </a:p>
        </p:txBody>
      </p:sp>
      <p:sp>
        <p:nvSpPr>
          <p:cNvPr id="637" name="Google Shape;637;p46"/>
          <p:cNvSpPr txBox="1">
            <a:spLocks noGrp="1"/>
          </p:cNvSpPr>
          <p:nvPr>
            <p:ph type="title" idx="4294967295"/>
          </p:nvPr>
        </p:nvSpPr>
        <p:spPr>
          <a:xfrm>
            <a:off x="6338019" y="2950552"/>
            <a:ext cx="1673100" cy="358800"/>
          </a:xfrm>
          <a:prstGeom prst="rect">
            <a:avLst/>
          </a:prstGeom>
        </p:spPr>
        <p:txBody>
          <a:bodyPr spcFirstLastPara="1" wrap="square" lIns="91425" tIns="91425" rIns="91425" bIns="45700" anchor="b" anchorCtr="0">
            <a:noAutofit/>
          </a:bodyPr>
          <a:lstStyle/>
          <a:p>
            <a:pPr marL="0" lvl="0" indent="0" algn="l" rtl="0">
              <a:spcBef>
                <a:spcPts val="0"/>
              </a:spcBef>
              <a:spcAft>
                <a:spcPts val="0"/>
              </a:spcAft>
              <a:buNone/>
            </a:pPr>
            <a:r>
              <a:rPr lang="en" sz="1800"/>
              <a:t>OVERHEAD</a:t>
            </a:r>
            <a:endParaRPr sz="1800"/>
          </a:p>
        </p:txBody>
      </p:sp>
      <p:sp>
        <p:nvSpPr>
          <p:cNvPr id="638" name="Google Shape;638;p46"/>
          <p:cNvSpPr txBox="1">
            <a:spLocks noGrp="1"/>
          </p:cNvSpPr>
          <p:nvPr>
            <p:ph type="title" idx="4294967295"/>
          </p:nvPr>
        </p:nvSpPr>
        <p:spPr>
          <a:xfrm>
            <a:off x="6338019" y="3535018"/>
            <a:ext cx="1673100" cy="358800"/>
          </a:xfrm>
          <a:prstGeom prst="rect">
            <a:avLst/>
          </a:prstGeom>
        </p:spPr>
        <p:txBody>
          <a:bodyPr spcFirstLastPara="1" wrap="square" lIns="91425" tIns="91425" rIns="91425" bIns="45700" anchor="b" anchorCtr="0">
            <a:noAutofit/>
          </a:bodyPr>
          <a:lstStyle/>
          <a:p>
            <a:pPr marL="0" lvl="0" indent="0" algn="l" rtl="0">
              <a:spcBef>
                <a:spcPts val="0"/>
              </a:spcBef>
              <a:spcAft>
                <a:spcPts val="0"/>
              </a:spcAft>
              <a:buNone/>
            </a:pPr>
            <a:r>
              <a:rPr lang="en" sz="1800"/>
              <a:t>OTHER</a:t>
            </a:r>
            <a:endParaRPr sz="1800"/>
          </a:p>
        </p:txBody>
      </p:sp>
      <p:pic>
        <p:nvPicPr>
          <p:cNvPr id="639" name="Google Shape;639;p46" title="Chart">
            <a:hlinkClick r:id="rId3"/>
          </p:cNvPr>
          <p:cNvPicPr preferRelativeResize="0"/>
          <p:nvPr/>
        </p:nvPicPr>
        <p:blipFill>
          <a:blip r:embed="rId4">
            <a:alphaModFix/>
          </a:blip>
          <a:stretch>
            <a:fillRect/>
          </a:stretch>
        </p:blipFill>
        <p:spPr>
          <a:xfrm>
            <a:off x="1132881" y="1140310"/>
            <a:ext cx="4612326" cy="2851949"/>
          </a:xfrm>
          <a:prstGeom prst="rect">
            <a:avLst/>
          </a:prstGeom>
          <a:noFill/>
          <a:ln>
            <a:noFill/>
          </a:ln>
        </p:spPr>
      </p:pic>
      <p:sp>
        <p:nvSpPr>
          <p:cNvPr id="640" name="Google Shape;640;p46"/>
          <p:cNvSpPr/>
          <p:nvPr/>
        </p:nvSpPr>
        <p:spPr>
          <a:xfrm>
            <a:off x="6068379" y="1273055"/>
            <a:ext cx="207000" cy="207000"/>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1" name="Google Shape;641;p46"/>
          <p:cNvSpPr/>
          <p:nvPr/>
        </p:nvSpPr>
        <p:spPr>
          <a:xfrm>
            <a:off x="6068379" y="1857521"/>
            <a:ext cx="207000" cy="20700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2" name="Google Shape;642;p46"/>
          <p:cNvSpPr/>
          <p:nvPr/>
        </p:nvSpPr>
        <p:spPr>
          <a:xfrm>
            <a:off x="6068379" y="2441987"/>
            <a:ext cx="207000" cy="207000"/>
          </a:xfrm>
          <a:prstGeom prst="roundRect">
            <a:avLst>
              <a:gd name="adj" fmla="val 13996"/>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3" name="Google Shape;643;p46"/>
          <p:cNvSpPr/>
          <p:nvPr/>
        </p:nvSpPr>
        <p:spPr>
          <a:xfrm>
            <a:off x="6068379" y="3026452"/>
            <a:ext cx="207000" cy="207000"/>
          </a:xfrm>
          <a:prstGeom prst="roundRect">
            <a:avLst>
              <a:gd name="adj" fmla="val 13996"/>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4" name="Google Shape;644;p46"/>
          <p:cNvSpPr/>
          <p:nvPr/>
        </p:nvSpPr>
        <p:spPr>
          <a:xfrm>
            <a:off x="6068379" y="3610918"/>
            <a:ext cx="207000" cy="20700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5" name="Google Shape;645;p46"/>
          <p:cNvSpPr txBox="1"/>
          <p:nvPr/>
        </p:nvSpPr>
        <p:spPr>
          <a:xfrm>
            <a:off x="981900" y="4206500"/>
            <a:ext cx="7180200" cy="214800"/>
          </a:xfrm>
          <a:prstGeom prst="rect">
            <a:avLst/>
          </a:prstGeom>
          <a:no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000">
                <a:solidFill>
                  <a:schemeClr val="dk1"/>
                </a:solidFill>
                <a:latin typeface="Didact Gothic"/>
                <a:ea typeface="Didact Gothic"/>
                <a:cs typeface="Didact Gothic"/>
                <a:sym typeface="Didact Gothic"/>
              </a:rPr>
              <a:t>Follow the link in the graph to modify its data and then paste the new one here.</a:t>
            </a:r>
            <a:r>
              <a:rPr lang="en" sz="1000" b="1" u="sng">
                <a:solidFill>
                  <a:schemeClr val="dk1"/>
                </a:solidFill>
                <a:latin typeface="Didact Gothic"/>
                <a:ea typeface="Didact Gothic"/>
                <a:cs typeface="Didact Gothic"/>
                <a:sym typeface="Didact Gothic"/>
              </a:rPr>
              <a:t> </a:t>
            </a:r>
            <a:r>
              <a:rPr lang="en" sz="1000" b="1" u="sng">
                <a:solidFill>
                  <a:schemeClr val="dk1"/>
                </a:solidFill>
                <a:latin typeface="Didact Gothic"/>
                <a:ea typeface="Didact Gothic"/>
                <a:cs typeface="Didact Gothic"/>
                <a:sym typeface="Didact Gothic"/>
                <a:hlinkClick r:id="rId5">
                  <a:extLst>
                    <a:ext uri="{A12FA001-AC4F-418D-AE19-62706E023703}">
                      <ahyp:hlinkClr xmlns:ahyp="http://schemas.microsoft.com/office/drawing/2018/hyperlinkcolor" val="tx"/>
                    </a:ext>
                  </a:extLst>
                </a:hlinkClick>
              </a:rPr>
              <a:t>For more info, click here</a:t>
            </a:r>
            <a:endParaRPr sz="1000" b="1" u="sng">
              <a:solidFill>
                <a:schemeClr val="dk1"/>
              </a:solidFill>
              <a:latin typeface="Didact Gothic"/>
              <a:ea typeface="Didact Gothic"/>
              <a:cs typeface="Didact Gothic"/>
              <a:sym typeface="Didact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47"/>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KPI DASHBOARD</a:t>
            </a:r>
            <a:endParaRPr/>
          </a:p>
        </p:txBody>
      </p:sp>
      <p:graphicFrame>
        <p:nvGraphicFramePr>
          <p:cNvPr id="651" name="Google Shape;651;p47"/>
          <p:cNvGraphicFramePr/>
          <p:nvPr/>
        </p:nvGraphicFramePr>
        <p:xfrm>
          <a:off x="4613163" y="1110125"/>
          <a:ext cx="3794025" cy="3353850"/>
        </p:xfrm>
        <a:graphic>
          <a:graphicData uri="http://schemas.openxmlformats.org/drawingml/2006/table">
            <a:tbl>
              <a:tblPr>
                <a:noFill/>
                <a:tableStyleId>{A7A934FA-3654-4179-9EF7-27529735517D}</a:tableStyleId>
              </a:tblPr>
              <a:tblGrid>
                <a:gridCol w="1390125">
                  <a:extLst>
                    <a:ext uri="{9D8B030D-6E8A-4147-A177-3AD203B41FA5}">
                      <a16:colId xmlns:a16="http://schemas.microsoft.com/office/drawing/2014/main" val="20000"/>
                    </a:ext>
                  </a:extLst>
                </a:gridCol>
                <a:gridCol w="1201950">
                  <a:extLst>
                    <a:ext uri="{9D8B030D-6E8A-4147-A177-3AD203B41FA5}">
                      <a16:colId xmlns:a16="http://schemas.microsoft.com/office/drawing/2014/main" val="20001"/>
                    </a:ext>
                  </a:extLst>
                </a:gridCol>
                <a:gridCol w="1201950">
                  <a:extLst>
                    <a:ext uri="{9D8B030D-6E8A-4147-A177-3AD203B41FA5}">
                      <a16:colId xmlns:a16="http://schemas.microsoft.com/office/drawing/2014/main" val="20002"/>
                    </a:ext>
                  </a:extLst>
                </a:gridCol>
              </a:tblGrid>
              <a:tr h="492425">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RESOURCE</a:t>
                      </a:r>
                      <a:endParaRPr sz="1300" b="1">
                        <a:solidFill>
                          <a:schemeClr val="dk1"/>
                        </a:solidFill>
                        <a:latin typeface="Poppins"/>
                        <a:ea typeface="Poppins"/>
                        <a:cs typeface="Poppins"/>
                        <a:sym typeface="Poppins"/>
                      </a:endParaRPr>
                    </a:p>
                  </a:txBody>
                  <a:tcPr marL="91425" marR="91425" marT="45700" marB="4570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UTILIZATION RATE</a:t>
                      </a:r>
                      <a:endParaRPr sz="1300" b="1">
                        <a:solidFill>
                          <a:schemeClr val="dk1"/>
                        </a:solidFill>
                        <a:latin typeface="Poppins"/>
                        <a:ea typeface="Poppins"/>
                        <a:cs typeface="Poppins"/>
                        <a:sym typeface="Poppins"/>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b="1">
                          <a:solidFill>
                            <a:schemeClr val="dk1"/>
                          </a:solidFill>
                          <a:latin typeface="Poppins"/>
                          <a:ea typeface="Poppins"/>
                          <a:cs typeface="Poppins"/>
                          <a:sym typeface="Poppins"/>
                        </a:rPr>
                        <a:t>COST</a:t>
                      </a:r>
                      <a:endParaRPr sz="1300" b="1">
                        <a:solidFill>
                          <a:schemeClr val="dk1"/>
                        </a:solidFill>
                        <a:latin typeface="Poppins"/>
                        <a:ea typeface="Poppins"/>
                        <a:cs typeface="Poppins"/>
                        <a:sym typeface="Poppins"/>
                      </a:endParaRPr>
                    </a:p>
                    <a:p>
                      <a:pPr marL="0" lvl="0" indent="0" algn="ctr" rtl="0">
                        <a:spcBef>
                          <a:spcPts val="0"/>
                        </a:spcBef>
                        <a:spcAft>
                          <a:spcPts val="0"/>
                        </a:spcAft>
                        <a:buNone/>
                      </a:pPr>
                      <a:r>
                        <a:rPr lang="en" sz="1300" b="1">
                          <a:solidFill>
                            <a:schemeClr val="dk1"/>
                          </a:solidFill>
                          <a:latin typeface="Poppins"/>
                          <a:ea typeface="Poppins"/>
                          <a:cs typeface="Poppins"/>
                          <a:sym typeface="Poppins"/>
                        </a:rPr>
                        <a:t>PER UNIT</a:t>
                      </a:r>
                      <a:endParaRPr sz="1300" b="1">
                        <a:solidFill>
                          <a:schemeClr val="dk1"/>
                        </a:solidFill>
                        <a:latin typeface="Poppins"/>
                        <a:ea typeface="Poppins"/>
                        <a:cs typeface="Poppins"/>
                        <a:sym typeface="Poppins"/>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Labor</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85%</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$50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Equipment</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70%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$100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Materials</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95%</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$20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Rent</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90%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$1,000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Energy</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Software licenses</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80%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$200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08775">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Advertising</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60%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$500</a:t>
                      </a:r>
                      <a:endParaRPr sz="1200">
                        <a:solidFill>
                          <a:schemeClr val="dk1"/>
                        </a:solidFill>
                        <a:latin typeface="Didact Gothic"/>
                        <a:ea typeface="Didact Gothic"/>
                        <a:cs typeface="Didact Gothic"/>
                        <a:sym typeface="Didact Gothi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52" name="Google Shape;652;p47"/>
          <p:cNvSpPr txBox="1"/>
          <p:nvPr/>
        </p:nvSpPr>
        <p:spPr>
          <a:xfrm>
            <a:off x="736825" y="1288741"/>
            <a:ext cx="1829100" cy="400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Poppins"/>
                <a:ea typeface="Poppins"/>
                <a:cs typeface="Poppins"/>
                <a:sym typeface="Poppins"/>
              </a:rPr>
              <a:t>120 U/DAY</a:t>
            </a:r>
            <a:endParaRPr sz="1800" b="1">
              <a:solidFill>
                <a:schemeClr val="dk1"/>
              </a:solidFill>
              <a:latin typeface="Poppins"/>
              <a:ea typeface="Poppins"/>
              <a:cs typeface="Poppins"/>
              <a:sym typeface="Poppins"/>
            </a:endParaRPr>
          </a:p>
        </p:txBody>
      </p:sp>
      <p:sp>
        <p:nvSpPr>
          <p:cNvPr id="653" name="Google Shape;653;p47"/>
          <p:cNvSpPr txBox="1"/>
          <p:nvPr/>
        </p:nvSpPr>
        <p:spPr>
          <a:xfrm>
            <a:off x="2625549" y="1288741"/>
            <a:ext cx="1829100" cy="400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Poppins"/>
                <a:ea typeface="Poppins"/>
                <a:cs typeface="Poppins"/>
                <a:sym typeface="Poppins"/>
              </a:rPr>
              <a:t>2H</a:t>
            </a:r>
            <a:endParaRPr sz="1800" b="1">
              <a:solidFill>
                <a:schemeClr val="dk1"/>
              </a:solidFill>
              <a:latin typeface="Poppins"/>
              <a:ea typeface="Poppins"/>
              <a:cs typeface="Poppins"/>
              <a:sym typeface="Poppins"/>
            </a:endParaRPr>
          </a:p>
        </p:txBody>
      </p:sp>
      <p:sp>
        <p:nvSpPr>
          <p:cNvPr id="654" name="Google Shape;654;p47"/>
          <p:cNvSpPr txBox="1"/>
          <p:nvPr/>
        </p:nvSpPr>
        <p:spPr>
          <a:xfrm>
            <a:off x="736825" y="1632000"/>
            <a:ext cx="1829100" cy="2733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Output per worker</a:t>
            </a:r>
            <a:endParaRPr sz="1200">
              <a:solidFill>
                <a:schemeClr val="dk1"/>
              </a:solidFill>
              <a:latin typeface="Didact Gothic"/>
              <a:ea typeface="Didact Gothic"/>
              <a:cs typeface="Didact Gothic"/>
              <a:sym typeface="Didact Gothic"/>
            </a:endParaRPr>
          </a:p>
        </p:txBody>
      </p:sp>
      <p:sp>
        <p:nvSpPr>
          <p:cNvPr id="655" name="Google Shape;655;p47"/>
          <p:cNvSpPr txBox="1"/>
          <p:nvPr/>
        </p:nvSpPr>
        <p:spPr>
          <a:xfrm>
            <a:off x="2625549" y="1632000"/>
            <a:ext cx="1829100" cy="2733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200">
                <a:solidFill>
                  <a:schemeClr val="dk1"/>
                </a:solidFill>
                <a:latin typeface="Didact Gothic"/>
                <a:ea typeface="Didact Gothic"/>
                <a:cs typeface="Didact Gothic"/>
                <a:sym typeface="Didact Gothic"/>
              </a:rPr>
              <a:t>Time to complete a task</a:t>
            </a:r>
            <a:endParaRPr sz="1200">
              <a:solidFill>
                <a:schemeClr val="dk1"/>
              </a:solidFill>
              <a:latin typeface="Didact Gothic"/>
              <a:ea typeface="Didact Gothic"/>
              <a:cs typeface="Didact Gothic"/>
              <a:sym typeface="Didact Gothic"/>
            </a:endParaRPr>
          </a:p>
        </p:txBody>
      </p:sp>
      <p:sp>
        <p:nvSpPr>
          <p:cNvPr id="656" name="Google Shape;656;p47"/>
          <p:cNvSpPr txBox="1"/>
          <p:nvPr/>
        </p:nvSpPr>
        <p:spPr>
          <a:xfrm>
            <a:off x="736825" y="4000325"/>
            <a:ext cx="3667800" cy="341100"/>
          </a:xfrm>
          <a:prstGeom prst="rect">
            <a:avLst/>
          </a:prstGeom>
          <a:no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000">
                <a:solidFill>
                  <a:schemeClr val="dk1"/>
                </a:solidFill>
                <a:latin typeface="Didact Gothic"/>
                <a:ea typeface="Didact Gothic"/>
                <a:cs typeface="Didact Gothic"/>
                <a:sym typeface="Didact Gothic"/>
              </a:rPr>
              <a:t>Follow the link in the graph to modify its data and then paste the new one here.</a:t>
            </a:r>
            <a:r>
              <a:rPr lang="en" sz="1000" b="1" u="sng">
                <a:solidFill>
                  <a:schemeClr val="dk1"/>
                </a:solidFill>
                <a:latin typeface="Didact Gothic"/>
                <a:ea typeface="Didact Gothic"/>
                <a:cs typeface="Didact Gothic"/>
                <a:sym typeface="Didact Gothic"/>
              </a:rPr>
              <a:t>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For more info, click here</a:t>
            </a:r>
            <a:endParaRPr sz="1000" b="1" u="sng">
              <a:solidFill>
                <a:schemeClr val="dk1"/>
              </a:solidFill>
              <a:latin typeface="Didact Gothic"/>
              <a:ea typeface="Didact Gothic"/>
              <a:cs typeface="Didact Gothic"/>
              <a:sym typeface="Didact Gothic"/>
            </a:endParaRPr>
          </a:p>
        </p:txBody>
      </p:sp>
      <p:pic>
        <p:nvPicPr>
          <p:cNvPr id="657" name="Google Shape;657;p47" title="Chart">
            <a:hlinkClick r:id="rId4"/>
          </p:cNvPr>
          <p:cNvPicPr preferRelativeResize="0"/>
          <p:nvPr/>
        </p:nvPicPr>
        <p:blipFill>
          <a:blip r:embed="rId5">
            <a:alphaModFix/>
          </a:blip>
          <a:stretch>
            <a:fillRect/>
          </a:stretch>
        </p:blipFill>
        <p:spPr>
          <a:xfrm>
            <a:off x="736813" y="2090175"/>
            <a:ext cx="1896000" cy="1613170"/>
          </a:xfrm>
          <a:prstGeom prst="rect">
            <a:avLst/>
          </a:prstGeom>
          <a:noFill/>
          <a:ln>
            <a:noFill/>
          </a:ln>
        </p:spPr>
      </p:pic>
      <p:pic>
        <p:nvPicPr>
          <p:cNvPr id="658" name="Google Shape;658;p47" title="Chart">
            <a:hlinkClick r:id="rId4"/>
          </p:cNvPr>
          <p:cNvPicPr preferRelativeResize="0"/>
          <p:nvPr/>
        </p:nvPicPr>
        <p:blipFill>
          <a:blip r:embed="rId6">
            <a:alphaModFix/>
          </a:blip>
          <a:stretch>
            <a:fillRect/>
          </a:stretch>
        </p:blipFill>
        <p:spPr>
          <a:xfrm>
            <a:off x="2704515" y="2295156"/>
            <a:ext cx="1691575" cy="1361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8"/>
          <p:cNvSpPr txBox="1">
            <a:spLocks noGrp="1"/>
          </p:cNvSpPr>
          <p:nvPr>
            <p:ph type="title"/>
          </p:nvPr>
        </p:nvSpPr>
        <p:spPr>
          <a:xfrm>
            <a:off x="2670775" y="539499"/>
            <a:ext cx="3802500" cy="1010100"/>
          </a:xfrm>
          <a:prstGeom prst="rect">
            <a:avLst/>
          </a:prstGeom>
        </p:spPr>
        <p:txBody>
          <a:bodyPr spcFirstLastPara="1" wrap="square" lIns="91425" tIns="73150" rIns="91425" bIns="91425" anchor="t" anchorCtr="0">
            <a:noAutofit/>
          </a:bodyPr>
          <a:lstStyle/>
          <a:p>
            <a:pPr marL="0" lvl="0" indent="0" algn="ctr" rtl="0">
              <a:spcBef>
                <a:spcPts val="0"/>
              </a:spcBef>
              <a:spcAft>
                <a:spcPts val="0"/>
              </a:spcAft>
              <a:buNone/>
            </a:pPr>
            <a:r>
              <a:rPr lang="en"/>
              <a:t>THANKS!</a:t>
            </a:r>
            <a:endParaRPr/>
          </a:p>
        </p:txBody>
      </p:sp>
      <p:sp>
        <p:nvSpPr>
          <p:cNvPr id="664" name="Google Shape;664;p48"/>
          <p:cNvSpPr txBox="1">
            <a:spLocks noGrp="1"/>
          </p:cNvSpPr>
          <p:nvPr>
            <p:ph type="subTitle" idx="1"/>
          </p:nvPr>
        </p:nvSpPr>
        <p:spPr>
          <a:xfrm>
            <a:off x="2670725" y="1467414"/>
            <a:ext cx="3802500" cy="115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have any questions?</a:t>
            </a:r>
            <a:endParaRPr/>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665" name="Google Shape;665;p48"/>
          <p:cNvSpPr txBox="1"/>
          <p:nvPr/>
        </p:nvSpPr>
        <p:spPr>
          <a:xfrm>
            <a:off x="2940850" y="4274621"/>
            <a:ext cx="3262200" cy="26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Didact Gothic"/>
                <a:ea typeface="Didact Gothic"/>
                <a:cs typeface="Didact Gothic"/>
                <a:sym typeface="Didact Gothic"/>
              </a:rPr>
              <a:t>Please keep this slide for attribution</a:t>
            </a:r>
            <a:endParaRPr sz="1000">
              <a:solidFill>
                <a:schemeClr val="dk1"/>
              </a:solidFill>
              <a:latin typeface="Didact Gothic"/>
              <a:ea typeface="Didact Gothic"/>
              <a:cs typeface="Didact Gothic"/>
              <a:sym typeface="Didact Gothic"/>
            </a:endParaRPr>
          </a:p>
        </p:txBody>
      </p:sp>
      <p:sp>
        <p:nvSpPr>
          <p:cNvPr id="666" name="Google Shape;666;p48"/>
          <p:cNvSpPr/>
          <p:nvPr/>
        </p:nvSpPr>
        <p:spPr>
          <a:xfrm rot="-8100000">
            <a:off x="4283663" y="2792889"/>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67" name="Google Shape;667;p48"/>
          <p:cNvSpPr/>
          <p:nvPr/>
        </p:nvSpPr>
        <p:spPr>
          <a:xfrm rot="-8100000">
            <a:off x="5299663" y="2792889"/>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68" name="Google Shape;668;p48"/>
          <p:cNvSpPr/>
          <p:nvPr/>
        </p:nvSpPr>
        <p:spPr>
          <a:xfrm rot="-8100000">
            <a:off x="3267663" y="2792889"/>
            <a:ext cx="576575" cy="576575"/>
          </a:xfrm>
          <a:prstGeom prst="roundRect">
            <a:avLst>
              <a:gd name="adj" fmla="val 1399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669" name="Google Shape;669;p48"/>
          <p:cNvGrpSpPr/>
          <p:nvPr/>
        </p:nvGrpSpPr>
        <p:grpSpPr>
          <a:xfrm>
            <a:off x="3405689" y="2930954"/>
            <a:ext cx="300500" cy="300444"/>
            <a:chOff x="266768" y="1721375"/>
            <a:chExt cx="397907" cy="397887"/>
          </a:xfrm>
        </p:grpSpPr>
        <p:sp>
          <p:nvSpPr>
            <p:cNvPr id="670" name="Google Shape;670;p48"/>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8"/>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 name="Google Shape;672;p48"/>
          <p:cNvGrpSpPr/>
          <p:nvPr/>
        </p:nvGrpSpPr>
        <p:grpSpPr>
          <a:xfrm>
            <a:off x="5437705" y="2930954"/>
            <a:ext cx="300484" cy="300444"/>
            <a:chOff x="1379798" y="1723250"/>
            <a:chExt cx="397887" cy="397887"/>
          </a:xfrm>
        </p:grpSpPr>
        <p:sp>
          <p:nvSpPr>
            <p:cNvPr id="673" name="Google Shape;673;p48"/>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8"/>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8"/>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8"/>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48"/>
          <p:cNvGrpSpPr/>
          <p:nvPr/>
        </p:nvGrpSpPr>
        <p:grpSpPr>
          <a:xfrm>
            <a:off x="4421722" y="2930954"/>
            <a:ext cx="300468" cy="300444"/>
            <a:chOff x="864491" y="1723250"/>
            <a:chExt cx="397866" cy="397887"/>
          </a:xfrm>
        </p:grpSpPr>
        <p:sp>
          <p:nvSpPr>
            <p:cNvPr id="678" name="Google Shape;678;p4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8"/>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 name="Google Shape;681;p48"/>
          <p:cNvGrpSpPr/>
          <p:nvPr/>
        </p:nvGrpSpPr>
        <p:grpSpPr>
          <a:xfrm>
            <a:off x="-3469669" y="-7002845"/>
            <a:ext cx="16433178" cy="18897305"/>
            <a:chOff x="-3469669" y="-7002845"/>
            <a:chExt cx="16433178" cy="18897305"/>
          </a:xfrm>
        </p:grpSpPr>
        <p:grpSp>
          <p:nvGrpSpPr>
            <p:cNvPr id="682" name="Google Shape;682;p48"/>
            <p:cNvGrpSpPr/>
            <p:nvPr/>
          </p:nvGrpSpPr>
          <p:grpSpPr>
            <a:xfrm flipH="1">
              <a:off x="-2649505" y="-7002845"/>
              <a:ext cx="8045194" cy="8234233"/>
              <a:chOff x="2442960" y="-713814"/>
              <a:chExt cx="5735915" cy="5870692"/>
            </a:xfrm>
          </p:grpSpPr>
          <p:sp>
            <p:nvSpPr>
              <p:cNvPr id="683" name="Google Shape;683;p4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84" name="Google Shape;684;p4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85" name="Google Shape;685;p4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686" name="Google Shape;686;p48"/>
            <p:cNvGrpSpPr/>
            <p:nvPr/>
          </p:nvGrpSpPr>
          <p:grpSpPr>
            <a:xfrm rot="10800000">
              <a:off x="3706195" y="3660227"/>
              <a:ext cx="8045194" cy="8234233"/>
              <a:chOff x="2442960" y="-713814"/>
              <a:chExt cx="5735915" cy="5870692"/>
            </a:xfrm>
          </p:grpSpPr>
          <p:sp>
            <p:nvSpPr>
              <p:cNvPr id="687" name="Google Shape;687;p4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88" name="Google Shape;688;p4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89" name="Google Shape;689;p4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690" name="Google Shape;690;p48"/>
            <p:cNvGrpSpPr/>
            <p:nvPr/>
          </p:nvGrpSpPr>
          <p:grpSpPr>
            <a:xfrm rot="-5400000" flipH="1">
              <a:off x="-3402280" y="946098"/>
              <a:ext cx="5735915" cy="5870692"/>
              <a:chOff x="2442960" y="-713814"/>
              <a:chExt cx="5735915" cy="5870692"/>
            </a:xfrm>
          </p:grpSpPr>
          <p:sp>
            <p:nvSpPr>
              <p:cNvPr id="691" name="Google Shape;691;p4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2" name="Google Shape;692;p4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3" name="Google Shape;693;p4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694" name="Google Shape;694;p48"/>
            <p:cNvGrpSpPr/>
            <p:nvPr/>
          </p:nvGrpSpPr>
          <p:grpSpPr>
            <a:xfrm rot="5400000" flipH="1">
              <a:off x="7160206" y="-1680769"/>
              <a:ext cx="5735915" cy="5870692"/>
              <a:chOff x="2442960" y="-713814"/>
              <a:chExt cx="5735915" cy="5870692"/>
            </a:xfrm>
          </p:grpSpPr>
          <p:sp>
            <p:nvSpPr>
              <p:cNvPr id="695" name="Google Shape;695;p48"/>
              <p:cNvSpPr/>
              <p:nvPr/>
            </p:nvSpPr>
            <p:spPr>
              <a:xfrm rot="-2700000">
                <a:off x="3269889" y="400708"/>
                <a:ext cx="3940140" cy="3940140"/>
              </a:xfrm>
              <a:prstGeom prst="roundRect">
                <a:avLst>
                  <a:gd name="adj" fmla="val 1399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6" name="Google Shape;696;p48"/>
              <p:cNvSpPr/>
              <p:nvPr/>
            </p:nvSpPr>
            <p:spPr>
              <a:xfrm rot="-2700000">
                <a:off x="3422705" y="246812"/>
                <a:ext cx="3940140" cy="3940140"/>
              </a:xfrm>
              <a:prstGeom prst="roundRect">
                <a:avLst>
                  <a:gd name="adj" fmla="val 1399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7" name="Google Shape;697;p48"/>
              <p:cNvSpPr/>
              <p:nvPr/>
            </p:nvSpPr>
            <p:spPr>
              <a:xfrm rot="-2700000">
                <a:off x="3258990" y="102216"/>
                <a:ext cx="3940140" cy="3940140"/>
              </a:xfrm>
              <a:prstGeom prst="roundRect">
                <a:avLst>
                  <a:gd name="adj" fmla="val 139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grpSp>
        <p:nvGrpSpPr>
          <p:cNvPr id="952" name="Google Shape;952;p50"/>
          <p:cNvGrpSpPr/>
          <p:nvPr/>
        </p:nvGrpSpPr>
        <p:grpSpPr>
          <a:xfrm rot="4416316">
            <a:off x="6948414" y="1550783"/>
            <a:ext cx="1401063" cy="1398275"/>
            <a:chOff x="4059867" y="1620165"/>
            <a:chExt cx="1731413" cy="1727702"/>
          </a:xfrm>
        </p:grpSpPr>
        <p:sp>
          <p:nvSpPr>
            <p:cNvPr id="953" name="Google Shape;953;p50"/>
            <p:cNvSpPr/>
            <p:nvPr/>
          </p:nvSpPr>
          <p:spPr>
            <a:xfrm>
              <a:off x="4059867" y="1620165"/>
              <a:ext cx="1646700" cy="1566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54" name="Google Shape;954;p50"/>
            <p:cNvSpPr/>
            <p:nvPr/>
          </p:nvSpPr>
          <p:spPr>
            <a:xfrm>
              <a:off x="4224980" y="1627010"/>
              <a:ext cx="1566300" cy="1566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55" name="Google Shape;955;p50"/>
            <p:cNvSpPr/>
            <p:nvPr/>
          </p:nvSpPr>
          <p:spPr>
            <a:xfrm>
              <a:off x="4218587" y="1781566"/>
              <a:ext cx="1566300" cy="15663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956" name="Google Shape;956;p50"/>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RESOURCES</a:t>
            </a:r>
            <a:endParaRPr/>
          </a:p>
        </p:txBody>
      </p:sp>
      <p:sp>
        <p:nvSpPr>
          <p:cNvPr id="957" name="Google Shape;957;p50"/>
          <p:cNvSpPr txBox="1">
            <a:spLocks noGrp="1"/>
          </p:cNvSpPr>
          <p:nvPr>
            <p:ph type="body" idx="1"/>
          </p:nvPr>
        </p:nvSpPr>
        <p:spPr>
          <a:xfrm>
            <a:off x="720000" y="987150"/>
            <a:ext cx="7704000" cy="39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Here’s an assortment of alternative resources whose style fits the one of this template:</a:t>
            </a:r>
            <a:endParaRPr/>
          </a:p>
        </p:txBody>
      </p:sp>
      <p:grpSp>
        <p:nvGrpSpPr>
          <p:cNvPr id="958" name="Google Shape;958;p50"/>
          <p:cNvGrpSpPr/>
          <p:nvPr/>
        </p:nvGrpSpPr>
        <p:grpSpPr>
          <a:xfrm rot="5400000">
            <a:off x="442956" y="2008633"/>
            <a:ext cx="2711768" cy="2011268"/>
            <a:chOff x="720000" y="1633400"/>
            <a:chExt cx="3002400" cy="2226825"/>
          </a:xfrm>
        </p:grpSpPr>
        <p:sp>
          <p:nvSpPr>
            <p:cNvPr id="959" name="Google Shape;959;p50"/>
            <p:cNvSpPr/>
            <p:nvPr/>
          </p:nvSpPr>
          <p:spPr>
            <a:xfrm>
              <a:off x="720000" y="1633400"/>
              <a:ext cx="3002400" cy="2001600"/>
            </a:xfrm>
            <a:prstGeom prst="flowChartAlternateProcess">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0" name="Google Shape;960;p50"/>
            <p:cNvSpPr/>
            <p:nvPr/>
          </p:nvSpPr>
          <p:spPr>
            <a:xfrm>
              <a:off x="720000" y="1798925"/>
              <a:ext cx="3002400" cy="2061300"/>
            </a:xfrm>
            <a:prstGeom prst="flowChartAlternateProcess">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1" name="Google Shape;961;p50"/>
            <p:cNvSpPr/>
            <p:nvPr/>
          </p:nvSpPr>
          <p:spPr>
            <a:xfrm>
              <a:off x="868450" y="1801932"/>
              <a:ext cx="2691900" cy="19155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962" name="Google Shape;962;p50"/>
          <p:cNvGrpSpPr/>
          <p:nvPr/>
        </p:nvGrpSpPr>
        <p:grpSpPr>
          <a:xfrm rot="-6299992">
            <a:off x="2988206" y="2685261"/>
            <a:ext cx="1642996" cy="1639641"/>
            <a:chOff x="4059867" y="1620165"/>
            <a:chExt cx="1731413" cy="1727702"/>
          </a:xfrm>
        </p:grpSpPr>
        <p:sp>
          <p:nvSpPr>
            <p:cNvPr id="963" name="Google Shape;963;p50"/>
            <p:cNvSpPr/>
            <p:nvPr/>
          </p:nvSpPr>
          <p:spPr>
            <a:xfrm>
              <a:off x="4059867" y="1620165"/>
              <a:ext cx="1646700" cy="1566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4" name="Google Shape;964;p50"/>
            <p:cNvSpPr/>
            <p:nvPr/>
          </p:nvSpPr>
          <p:spPr>
            <a:xfrm>
              <a:off x="4224980" y="1627010"/>
              <a:ext cx="1566300" cy="1566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5" name="Google Shape;965;p50"/>
            <p:cNvSpPr/>
            <p:nvPr/>
          </p:nvSpPr>
          <p:spPr>
            <a:xfrm>
              <a:off x="4218587" y="1781566"/>
              <a:ext cx="1566300" cy="15663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966" name="Google Shape;966;p50"/>
          <p:cNvGrpSpPr/>
          <p:nvPr/>
        </p:nvGrpSpPr>
        <p:grpSpPr>
          <a:xfrm>
            <a:off x="4538949" y="1557210"/>
            <a:ext cx="1361668" cy="1385410"/>
            <a:chOff x="6283939" y="1633400"/>
            <a:chExt cx="1502282" cy="1528475"/>
          </a:xfrm>
        </p:grpSpPr>
        <p:sp>
          <p:nvSpPr>
            <p:cNvPr id="967" name="Google Shape;967;p50"/>
            <p:cNvSpPr/>
            <p:nvPr/>
          </p:nvSpPr>
          <p:spPr>
            <a:xfrm>
              <a:off x="6283950" y="1633400"/>
              <a:ext cx="1323300" cy="1323300"/>
            </a:xfrm>
            <a:prstGeom prst="round2Diag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8" name="Google Shape;968;p50"/>
            <p:cNvSpPr/>
            <p:nvPr/>
          </p:nvSpPr>
          <p:spPr>
            <a:xfrm>
              <a:off x="6283939" y="1838568"/>
              <a:ext cx="1323300" cy="1313100"/>
            </a:xfrm>
            <a:prstGeom prst="round2DiagRect">
              <a:avLst>
                <a:gd name="adj1" fmla="val 16667"/>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9" name="Google Shape;969;p50"/>
            <p:cNvSpPr/>
            <p:nvPr/>
          </p:nvSpPr>
          <p:spPr>
            <a:xfrm>
              <a:off x="6462920" y="1838575"/>
              <a:ext cx="1323300" cy="1323300"/>
            </a:xfrm>
            <a:prstGeom prst="round2DiagRect">
              <a:avLst>
                <a:gd name="adj1" fmla="val 16667"/>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970" name="Google Shape;970;p50"/>
          <p:cNvGrpSpPr/>
          <p:nvPr/>
        </p:nvGrpSpPr>
        <p:grpSpPr>
          <a:xfrm>
            <a:off x="5379743" y="2705000"/>
            <a:ext cx="1643464" cy="1600163"/>
            <a:chOff x="6015416" y="2823381"/>
            <a:chExt cx="1617424" cy="1515737"/>
          </a:xfrm>
        </p:grpSpPr>
        <p:sp>
          <p:nvSpPr>
            <p:cNvPr id="971" name="Google Shape;971;p50"/>
            <p:cNvSpPr/>
            <p:nvPr/>
          </p:nvSpPr>
          <p:spPr>
            <a:xfrm>
              <a:off x="6271140" y="2823381"/>
              <a:ext cx="1361700" cy="1434000"/>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72" name="Google Shape;972;p50"/>
            <p:cNvSpPr/>
            <p:nvPr/>
          </p:nvSpPr>
          <p:spPr>
            <a:xfrm>
              <a:off x="6149670" y="2971025"/>
              <a:ext cx="1361700" cy="1361700"/>
            </a:xfrm>
            <a:prstGeom prst="teardrop">
              <a:avLst>
                <a:gd name="adj" fmla="val 1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73" name="Google Shape;973;p50"/>
            <p:cNvSpPr/>
            <p:nvPr/>
          </p:nvSpPr>
          <p:spPr>
            <a:xfrm>
              <a:off x="6015416" y="2977418"/>
              <a:ext cx="1361700" cy="1361700"/>
            </a:xfrm>
            <a:prstGeom prst="teardrop">
              <a:avLst>
                <a:gd name="adj" fmla="val 10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51"/>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RESOURCES</a:t>
            </a:r>
            <a:endParaRPr/>
          </a:p>
        </p:txBody>
      </p:sp>
      <p:sp>
        <p:nvSpPr>
          <p:cNvPr id="979" name="Google Shape;979;p51"/>
          <p:cNvSpPr txBox="1">
            <a:spLocks noGrp="1"/>
          </p:cNvSpPr>
          <p:nvPr>
            <p:ph type="body" idx="1"/>
          </p:nvPr>
        </p:nvSpPr>
        <p:spPr>
          <a:xfrm>
            <a:off x="720000" y="987150"/>
            <a:ext cx="3852000" cy="361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Did you like the resources in this template? Get them at these websites:</a:t>
            </a:r>
            <a:endParaRPr/>
          </a:p>
          <a:p>
            <a:pPr marL="0" lvl="0" indent="0" algn="l" rtl="0">
              <a:spcBef>
                <a:spcPts val="1000"/>
              </a:spcBef>
              <a:spcAft>
                <a:spcPts val="0"/>
              </a:spcAft>
              <a:buNone/>
            </a:pPr>
            <a:r>
              <a:rPr lang="en" b="1"/>
              <a:t>Vectors</a:t>
            </a:r>
            <a:endParaRPr b="1"/>
          </a:p>
          <a:p>
            <a:pPr marL="457200" lvl="0" indent="-304800" algn="l" rtl="0">
              <a:spcBef>
                <a:spcPts val="1000"/>
              </a:spcBef>
              <a:spcAft>
                <a:spcPts val="0"/>
              </a:spcAft>
              <a:buSzPts val="1200"/>
              <a:buFont typeface="Didact Gothic"/>
              <a:buChar char="●"/>
            </a:pPr>
            <a:r>
              <a:rPr lang="en" u="sng">
                <a:hlinkClick r:id="rId3"/>
              </a:rPr>
              <a:t>Teamwork banner template</a:t>
            </a:r>
            <a:endParaRPr/>
          </a:p>
          <a:p>
            <a:pPr marL="457200" lvl="0" indent="-304800" algn="l" rtl="0">
              <a:spcBef>
                <a:spcPts val="0"/>
              </a:spcBef>
              <a:spcAft>
                <a:spcPts val="0"/>
              </a:spcAft>
              <a:buSzPts val="1200"/>
              <a:buFont typeface="Didact Gothic"/>
              <a:buChar char="●"/>
            </a:pPr>
            <a:r>
              <a:rPr lang="en" u="sng">
                <a:hlinkClick r:id="rId4"/>
              </a:rPr>
              <a:t>Teamwork instagram posts template</a:t>
            </a:r>
            <a:endParaRPr/>
          </a:p>
          <a:p>
            <a:pPr marL="457200" lvl="0" indent="-304800" algn="l" rtl="0">
              <a:spcBef>
                <a:spcPts val="0"/>
              </a:spcBef>
              <a:spcAft>
                <a:spcPts val="0"/>
              </a:spcAft>
              <a:buSzPts val="1200"/>
              <a:buFont typeface="Didact Gothic"/>
              <a:buChar char="●"/>
            </a:pPr>
            <a:r>
              <a:rPr lang="en" u="sng">
                <a:hlinkClick r:id="rId5"/>
              </a:rPr>
              <a:t>Landing page teamwork template</a:t>
            </a:r>
            <a:endParaRPr/>
          </a:p>
        </p:txBody>
      </p:sp>
      <p:sp>
        <p:nvSpPr>
          <p:cNvPr id="980" name="Google Shape;980;p51"/>
          <p:cNvSpPr txBox="1">
            <a:spLocks noGrp="1"/>
          </p:cNvSpPr>
          <p:nvPr>
            <p:ph type="body" idx="2"/>
          </p:nvPr>
        </p:nvSpPr>
        <p:spPr>
          <a:xfrm>
            <a:off x="4572000" y="987150"/>
            <a:ext cx="3852000" cy="361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Photos</a:t>
            </a:r>
            <a:endParaRPr b="1"/>
          </a:p>
          <a:p>
            <a:pPr marL="457200" lvl="0" indent="-304800" algn="l" rtl="0">
              <a:spcBef>
                <a:spcPts val="1000"/>
              </a:spcBef>
              <a:spcAft>
                <a:spcPts val="0"/>
              </a:spcAft>
              <a:buSzPts val="1200"/>
              <a:buFont typeface="Didact Gothic"/>
              <a:buChar char="●"/>
            </a:pPr>
            <a:r>
              <a:rPr lang="en" u="sng">
                <a:hlinkClick r:id="rId6"/>
              </a:rPr>
              <a:t>Male employee getting used to his new office job along with female colleagues</a:t>
            </a:r>
            <a:endParaRPr/>
          </a:p>
          <a:p>
            <a:pPr marL="457200" marR="0" lvl="0" indent="-304800" algn="l" rtl="0">
              <a:spcBef>
                <a:spcPts val="0"/>
              </a:spcBef>
              <a:spcAft>
                <a:spcPts val="0"/>
              </a:spcAft>
              <a:buSzPts val="1200"/>
              <a:buFont typeface="Didact Gothic"/>
              <a:buChar char="●"/>
            </a:pPr>
            <a:r>
              <a:rPr lang="en" u="sng">
                <a:hlinkClick r:id="rId7"/>
              </a:rPr>
              <a:t>Smiley colleagues in the office during a meeting</a:t>
            </a:r>
            <a:endParaRPr/>
          </a:p>
          <a:p>
            <a:pPr marL="457200" marR="0" lvl="0" indent="-304800" algn="l" rtl="0">
              <a:spcBef>
                <a:spcPts val="0"/>
              </a:spcBef>
              <a:spcAft>
                <a:spcPts val="0"/>
              </a:spcAft>
              <a:buSzPts val="1200"/>
              <a:buFont typeface="Didact Gothic"/>
              <a:buChar char="●"/>
            </a:pPr>
            <a:r>
              <a:rPr lang="en" u="sng">
                <a:hlinkClick r:id="rId8"/>
              </a:rPr>
              <a:t>Medium shot smiley colleagues at job</a:t>
            </a:r>
            <a:endParaRPr/>
          </a:p>
          <a:p>
            <a:pPr marL="457200" marR="0" lvl="0" indent="-304800" algn="l" rtl="0">
              <a:spcBef>
                <a:spcPts val="0"/>
              </a:spcBef>
              <a:spcAft>
                <a:spcPts val="0"/>
              </a:spcAft>
              <a:buSzPts val="1200"/>
              <a:buFont typeface="Didact Gothic"/>
              <a:buChar char="●"/>
            </a:pPr>
            <a:r>
              <a:rPr lang="en" u="sng">
                <a:hlinkClick r:id="rId9"/>
              </a:rPr>
              <a:t>Beautiful women working together in a company</a:t>
            </a:r>
            <a:endParaRPr/>
          </a:p>
          <a:p>
            <a:pPr marL="0" lvl="0" indent="0" algn="l" rtl="0">
              <a:spcBef>
                <a:spcPts val="1000"/>
              </a:spcBef>
              <a:spcAft>
                <a:spcPts val="0"/>
              </a:spcAft>
              <a:buNone/>
            </a:pPr>
            <a:r>
              <a:rPr lang="en" b="1"/>
              <a:t>Icons</a:t>
            </a:r>
            <a:endParaRPr b="1"/>
          </a:p>
          <a:p>
            <a:pPr marL="457200" lvl="0" indent="-304800" algn="l" rtl="0">
              <a:spcBef>
                <a:spcPts val="1000"/>
              </a:spcBef>
              <a:spcAft>
                <a:spcPts val="0"/>
              </a:spcAft>
              <a:buSzPts val="1200"/>
              <a:buFont typeface="Didact Gothic"/>
              <a:buChar char="●"/>
            </a:pPr>
            <a:r>
              <a:rPr lang="en" u="sng">
                <a:hlinkClick r:id="rId10"/>
              </a:rPr>
              <a:t>Icon Pack: Taxes | Filled</a:t>
            </a:r>
            <a:endParaRPr/>
          </a:p>
        </p:txBody>
      </p:sp>
    </p:spTree>
  </p:cSld>
  <p:clrMapOvr>
    <a:masterClrMapping/>
  </p:clrMapOvr>
</p:sld>
</file>

<file path=ppt/theme/theme1.xml><?xml version="1.0" encoding="utf-8"?>
<a:theme xmlns:a="http://schemas.openxmlformats.org/drawingml/2006/main" name="Fiscal Annual Planning Project Proposal by Slidesgo">
  <a:themeElements>
    <a:clrScheme name="Simple Light">
      <a:dk1>
        <a:srgbClr val="191919"/>
      </a:dk1>
      <a:lt1>
        <a:srgbClr val="FFFFFF"/>
      </a:lt1>
      <a:dk2>
        <a:srgbClr val="CCCCCC"/>
      </a:dk2>
      <a:lt2>
        <a:srgbClr val="444444"/>
      </a:lt2>
      <a:accent1>
        <a:srgbClr val="EFEFEF"/>
      </a:accent1>
      <a:accent2>
        <a:srgbClr val="999999"/>
      </a:accent2>
      <a:accent3>
        <a:srgbClr val="666666"/>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1258</Words>
  <Application>Microsoft Office PowerPoint</Application>
  <PresentationFormat>Diavetítés a képernyőre (16:9 oldalarány)</PresentationFormat>
  <Paragraphs>213</Paragraphs>
  <Slides>23</Slides>
  <Notes>23</Notes>
  <HiddenSlides>0</HiddenSlides>
  <MMClips>0</MMClips>
  <ScaleCrop>false</ScaleCrop>
  <HeadingPairs>
    <vt:vector size="6" baseType="variant">
      <vt:variant>
        <vt:lpstr>Használt betűtípusok</vt:lpstr>
      </vt:variant>
      <vt:variant>
        <vt:i4>9</vt:i4>
      </vt:variant>
      <vt:variant>
        <vt:lpstr>Téma</vt:lpstr>
      </vt:variant>
      <vt:variant>
        <vt:i4>1</vt:i4>
      </vt:variant>
      <vt:variant>
        <vt:lpstr>Diacímek</vt:lpstr>
      </vt:variant>
      <vt:variant>
        <vt:i4>23</vt:i4>
      </vt:variant>
    </vt:vector>
  </HeadingPairs>
  <TitlesOfParts>
    <vt:vector size="33" baseType="lpstr">
      <vt:lpstr>Poppins</vt:lpstr>
      <vt:lpstr>Nunito Light</vt:lpstr>
      <vt:lpstr>Calibri</vt:lpstr>
      <vt:lpstr>Raleway</vt:lpstr>
      <vt:lpstr>Open Sans</vt:lpstr>
      <vt:lpstr>Aptos</vt:lpstr>
      <vt:lpstr>Didact Gothic</vt:lpstr>
      <vt:lpstr>Arial</vt:lpstr>
      <vt:lpstr>PT Sans</vt:lpstr>
      <vt:lpstr>Fiscal Annual Planning Project Proposal by Slidesgo</vt:lpstr>
      <vt:lpstr>FISCAL ANNUAL PLANNING  PROJECT PROPOSAL</vt:lpstr>
      <vt:lpstr>Projekt bemutatása</vt:lpstr>
      <vt:lpstr>Használt technológiák</vt:lpstr>
      <vt:lpstr>Szentpáli Richárd</vt:lpstr>
      <vt:lpstr>Tóth Róbert</vt:lpstr>
      <vt:lpstr>Ács Norbert</vt:lpstr>
      <vt:lpstr>OBJECTIVES</vt:lpstr>
      <vt:lpstr>RESOURCES</vt:lpstr>
      <vt:lpstr>BUDGET</vt:lpstr>
      <vt:lpstr>SOLUTIONS</vt:lpstr>
      <vt:lpstr>200 UNITS</vt:lpstr>
      <vt:lpstr>10 MILLION</vt:lpstr>
      <vt:lpstr>PROJECT DATA</vt:lpstr>
      <vt:lpstr>PROJECT ACTIVITIES</vt:lpstr>
      <vt:lpstr>WHAT TO SHOW IN A MOCKUP</vt:lpstr>
      <vt:lpstr>PROJECT TIMELINE</vt:lpstr>
      <vt:lpstr>PROJECT ROADMAP</vt:lpstr>
      <vt:lpstr>PHOTO SHOWCASE</vt:lpstr>
      <vt:lpstr>PROJECT EXPENSES</vt:lpstr>
      <vt:lpstr>KPI DASHBOARD</vt:lpstr>
      <vt:lpstr>THANKS!</vt:lpstr>
      <vt:lpstr>ALTERNATIVE RESOURCES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FISCAL ANNUAL PLANNING  PROJECT PROPOSAL</dc:title>
  <cp:lastModifiedBy>Tóth Róbert 846</cp:lastModifiedBy>
  <cp:revision>4</cp:revision>
  <dcterms:modified xsi:type="dcterms:W3CDTF">2026-04-16T09:29:28Z</dcterms:modified>
</cp:coreProperties>
</file>